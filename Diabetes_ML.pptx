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8" r:id="rId1"/>
    <p:sldMasterId id="214748392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5" r:id="rId13"/>
    <p:sldId id="267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8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675584"/>
            <a:ext cx="7033800" cy="29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4694817"/>
            <a:ext cx="4528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780390" y="3350935"/>
            <a:ext cx="5036265" cy="5484420"/>
            <a:chOff x="4780389" y="2513201"/>
            <a:chExt cx="5036265" cy="411331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3" name="Google Shape;13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14" name="Google Shape;14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" name="Google Shape;15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6" name="Google Shape;16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7" name="Google Shape;17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8" name="Google Shape;18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9" name="Google Shape;19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20" name="Google Shape;20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21" name="Google Shape;21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22" name="Google Shape;22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23" name="Google Shape;23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2" name="Google Shape;32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3" name="Google Shape;33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4" name="Google Shape;34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5" name="Google Shape;35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6" name="Google Shape;36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7" name="Google Shape;37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8" name="Google Shape;38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9" name="Google Shape;39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2" name="Google Shape;42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3" name="Google Shape;43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</p:grpSp>
            <p:sp>
              <p:nvSpPr>
                <p:cNvPr id="44" name="Google Shape;44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sp>
          <p:nvSpPr>
            <p:cNvPr id="52" name="Google Shape;52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" name="Google Shape;53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" name="Google Shape;54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-3382536" y="-2022882"/>
            <a:ext cx="5036265" cy="5484420"/>
            <a:chOff x="4780389" y="2513201"/>
            <a:chExt cx="5036265" cy="4113315"/>
          </a:xfrm>
        </p:grpSpPr>
        <p:grpSp>
          <p:nvGrpSpPr>
            <p:cNvPr id="56" name="Google Shape;56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7" name="Google Shape;57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58" name="Google Shape;58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9" name="Google Shape;59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60" name="Google Shape;60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62" name="Google Shape;62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63" name="Google Shape;63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64" name="Google Shape;64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69" name="Google Shape;69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70" name="Google Shape;70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71" name="Google Shape;71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72" name="Google Shape;72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73" name="Google Shape;73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74" name="Google Shape;74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75" name="Google Shape;75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76" name="Google Shape;76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77" name="Google Shape;77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78" name="Google Shape;78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79" name="Google Shape;79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84" name="Google Shape;84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85" name="Google Shape;85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86" name="Google Shape;86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87" name="Google Shape;87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</p:grpSp>
            <p:sp>
              <p:nvSpPr>
                <p:cNvPr id="88" name="Google Shape;88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sp>
          <p:nvSpPr>
            <p:cNvPr id="96" name="Google Shape;96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7" name="Google Shape;97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8" name="Google Shape;98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944680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720000" y="3178984"/>
            <a:ext cx="73518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1" name="Google Shape;101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995000"/>
            <a:ext cx="1381800" cy="112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3"/>
          <p:cNvSpPr txBox="1">
            <a:spLocks noGrp="1"/>
          </p:cNvSpPr>
          <p:nvPr>
            <p:ph type="subTitle" idx="1"/>
          </p:nvPr>
        </p:nvSpPr>
        <p:spPr>
          <a:xfrm>
            <a:off x="720000" y="4363000"/>
            <a:ext cx="50676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03" name="Google Shape;103;p3"/>
          <p:cNvGrpSpPr/>
          <p:nvPr/>
        </p:nvGrpSpPr>
        <p:grpSpPr>
          <a:xfrm>
            <a:off x="5175690" y="3699702"/>
            <a:ext cx="5036265" cy="5484420"/>
            <a:chOff x="4780389" y="2513201"/>
            <a:chExt cx="5036265" cy="4113315"/>
          </a:xfrm>
        </p:grpSpPr>
        <p:grpSp>
          <p:nvGrpSpPr>
            <p:cNvPr id="104" name="Google Shape;104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" name="Google Shape;105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106" name="Google Shape;106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7" name="Google Shape;107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8" name="Google Shape;108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9" name="Google Shape;109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10" name="Google Shape;110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15" name="Google Shape;115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16" name="Google Shape;116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17" name="Google Shape;117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18" name="Google Shape;118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19" name="Google Shape;119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20" name="Google Shape;120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25" name="Google Shape;125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26" name="Google Shape;126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27" name="Google Shape;127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28" name="Google Shape;128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29" name="Google Shape;129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30" name="Google Shape;130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35" name="Google Shape;135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</p:grpSp>
            <p:sp>
              <p:nvSpPr>
                <p:cNvPr id="136" name="Google Shape;136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37" name="Google Shape;137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38" name="Google Shape;138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39" name="Google Shape;139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40" name="Google Shape;140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41" name="Google Shape;141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42" name="Google Shape;142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43" name="Google Shape;143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sp>
          <p:nvSpPr>
            <p:cNvPr id="144" name="Google Shape;144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5" name="Google Shape;145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6" name="Google Shape;146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2951590" y="-3610382"/>
            <a:ext cx="5036265" cy="5484420"/>
            <a:chOff x="4780389" y="2513201"/>
            <a:chExt cx="5036265" cy="4113315"/>
          </a:xfrm>
        </p:grpSpPr>
        <p:grpSp>
          <p:nvGrpSpPr>
            <p:cNvPr id="148" name="Google Shape;148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49" name="Google Shape;149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150" name="Google Shape;150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1" name="Google Shape;151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52" name="Google Shape;152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53" name="Google Shape;153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54" name="Google Shape;154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55" name="Google Shape;155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56" name="Google Shape;156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57" name="Google Shape;157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58" name="Google Shape;158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59" name="Google Shape;159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60" name="Google Shape;160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61" name="Google Shape;161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62" name="Google Shape;162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63" name="Google Shape;163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64" name="Google Shape;164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65" name="Google Shape;165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66" name="Google Shape;166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67" name="Google Shape;167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68" name="Google Shape;168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69" name="Google Shape;169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70" name="Google Shape;170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71" name="Google Shape;171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72" name="Google Shape;172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73" name="Google Shape;173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74" name="Google Shape;174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75" name="Google Shape;175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76" name="Google Shape;176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77" name="Google Shape;177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78" name="Google Shape;178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79" name="Google Shape;179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</p:grpSp>
            <p:sp>
              <p:nvSpPr>
                <p:cNvPr id="180" name="Google Shape;180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81" name="Google Shape;181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82" name="Google Shape;182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83" name="Google Shape;183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84" name="Google Shape;184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85" name="Google Shape;185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86" name="Google Shape;186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87" name="Google Shape;187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sp>
          <p:nvSpPr>
            <p:cNvPr id="188" name="Google Shape;188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9" name="Google Shape;189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0" name="Google Shape;190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74207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"/>
          <p:cNvSpPr txBox="1">
            <a:spLocks noGrp="1"/>
          </p:cNvSpPr>
          <p:nvPr>
            <p:ph type="title"/>
          </p:nvPr>
        </p:nvSpPr>
        <p:spPr>
          <a:xfrm>
            <a:off x="720000" y="719333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3" name="Google Shape;193;p4"/>
          <p:cNvSpPr txBox="1">
            <a:spLocks noGrp="1"/>
          </p:cNvSpPr>
          <p:nvPr>
            <p:ph type="body" idx="1"/>
          </p:nvPr>
        </p:nvSpPr>
        <p:spPr>
          <a:xfrm>
            <a:off x="720000" y="1621000"/>
            <a:ext cx="3975900" cy="21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Light"/>
              <a:buChar char="◆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94" name="Google Shape;194;p4"/>
          <p:cNvGrpSpPr/>
          <p:nvPr/>
        </p:nvGrpSpPr>
        <p:grpSpPr>
          <a:xfrm>
            <a:off x="8354016" y="-511825"/>
            <a:ext cx="1346076" cy="2485152"/>
            <a:chOff x="8354016" y="-383869"/>
            <a:chExt cx="1346076" cy="1863864"/>
          </a:xfrm>
        </p:grpSpPr>
        <p:sp>
          <p:nvSpPr>
            <p:cNvPr id="195" name="Google Shape;195;p4"/>
            <p:cNvSpPr/>
            <p:nvPr/>
          </p:nvSpPr>
          <p:spPr>
            <a:xfrm rot="10515695" flipH="1">
              <a:off x="8395243" y="733309"/>
              <a:ext cx="650146" cy="721066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6" name="Google Shape;196;p4"/>
            <p:cNvSpPr/>
            <p:nvPr/>
          </p:nvSpPr>
          <p:spPr>
            <a:xfrm rot="10515695" flipH="1">
              <a:off x="9021249" y="726033"/>
              <a:ext cx="650171" cy="721091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7" name="Google Shape;197;p4"/>
            <p:cNvSpPr/>
            <p:nvPr/>
          </p:nvSpPr>
          <p:spPr>
            <a:xfrm rot="10515695" flipH="1">
              <a:off x="8701969" y="187519"/>
              <a:ext cx="650171" cy="721066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5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8" name="Google Shape;198;p4"/>
            <p:cNvSpPr/>
            <p:nvPr/>
          </p:nvSpPr>
          <p:spPr>
            <a:xfrm rot="10515695" flipH="1">
              <a:off x="8382688" y="-351019"/>
              <a:ext cx="650146" cy="721066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3"/>
                  </a:moveTo>
                  <a:lnTo>
                    <a:pt x="24980" y="6320"/>
                  </a:lnTo>
                  <a:lnTo>
                    <a:pt x="11975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9" name="Google Shape;199;p4"/>
            <p:cNvSpPr/>
            <p:nvPr/>
          </p:nvSpPr>
          <p:spPr>
            <a:xfrm rot="10515695" flipH="1">
              <a:off x="9008695" y="-358246"/>
              <a:ext cx="650196" cy="721041"/>
            </a:xfrm>
            <a:custGeom>
              <a:avLst/>
              <a:gdLst/>
              <a:ahLst/>
              <a:cxnLst/>
              <a:rect l="l" t="t" r="r" b="b"/>
              <a:pathLst>
                <a:path w="26010" h="28844" fill="none" extrusionOk="0">
                  <a:moveTo>
                    <a:pt x="26009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0" name="Google Shape;200;p4"/>
            <p:cNvSpPr/>
            <p:nvPr/>
          </p:nvSpPr>
          <p:spPr>
            <a:xfrm rot="10515695" flipH="1">
              <a:off x="8988036" y="-202011"/>
              <a:ext cx="57070" cy="57045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1" name="Google Shape;201;p4"/>
            <p:cNvSpPr/>
            <p:nvPr/>
          </p:nvSpPr>
          <p:spPr>
            <a:xfrm rot="10515695" flipH="1">
              <a:off x="9613745" y="157614"/>
              <a:ext cx="57045" cy="57070"/>
            </a:xfrm>
            <a:custGeom>
              <a:avLst/>
              <a:gdLst/>
              <a:ahLst/>
              <a:cxnLst/>
              <a:rect l="l" t="t" r="r" b="b"/>
              <a:pathLst>
                <a:path w="2282" h="2283" extrusionOk="0">
                  <a:moveTo>
                    <a:pt x="1142" y="0"/>
                  </a:moveTo>
                  <a:cubicBezTo>
                    <a:pt x="512" y="0"/>
                    <a:pt x="1" y="511"/>
                    <a:pt x="1" y="1141"/>
                  </a:cubicBezTo>
                  <a:cubicBezTo>
                    <a:pt x="1" y="1771"/>
                    <a:pt x="512" y="2282"/>
                    <a:pt x="1142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2" name="Google Shape;202;p4"/>
            <p:cNvSpPr/>
            <p:nvPr/>
          </p:nvSpPr>
          <p:spPr>
            <a:xfrm rot="10515695" flipH="1">
              <a:off x="9310934" y="707797"/>
              <a:ext cx="57020" cy="57070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1412462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720000" y="719333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5" name="Google Shape;205;p5"/>
          <p:cNvSpPr txBox="1">
            <a:spLocks noGrp="1"/>
          </p:cNvSpPr>
          <p:nvPr>
            <p:ph type="subTitle" idx="1"/>
          </p:nvPr>
        </p:nvSpPr>
        <p:spPr>
          <a:xfrm>
            <a:off x="5055188" y="4246691"/>
            <a:ext cx="2505600" cy="14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6" name="Google Shape;206;p5"/>
          <p:cNvSpPr txBox="1">
            <a:spLocks noGrp="1"/>
          </p:cNvSpPr>
          <p:nvPr>
            <p:ph type="subTitle" idx="2"/>
          </p:nvPr>
        </p:nvSpPr>
        <p:spPr>
          <a:xfrm>
            <a:off x="1583213" y="4246663"/>
            <a:ext cx="2505600" cy="1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5"/>
          <p:cNvSpPr txBox="1">
            <a:spLocks noGrp="1"/>
          </p:cNvSpPr>
          <p:nvPr>
            <p:ph type="subTitle" idx="3"/>
          </p:nvPr>
        </p:nvSpPr>
        <p:spPr>
          <a:xfrm>
            <a:off x="5055188" y="3637121"/>
            <a:ext cx="2505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5"/>
          <p:cNvSpPr txBox="1">
            <a:spLocks noGrp="1"/>
          </p:cNvSpPr>
          <p:nvPr>
            <p:ph type="subTitle" idx="4"/>
          </p:nvPr>
        </p:nvSpPr>
        <p:spPr>
          <a:xfrm>
            <a:off x="1583213" y="3637121"/>
            <a:ext cx="2505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09" name="Google Shape;209;p5"/>
          <p:cNvGrpSpPr/>
          <p:nvPr/>
        </p:nvGrpSpPr>
        <p:grpSpPr>
          <a:xfrm>
            <a:off x="7421543" y="-677275"/>
            <a:ext cx="2532725" cy="2509000"/>
            <a:chOff x="7221517" y="-507956"/>
            <a:chExt cx="2532725" cy="1881750"/>
          </a:xfrm>
        </p:grpSpPr>
        <p:sp>
          <p:nvSpPr>
            <p:cNvPr id="210" name="Google Shape;210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1" name="Google Shape;211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2" name="Google Shape;212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3" name="Google Shape;213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4" name="Google Shape;214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5" name="Google Shape;215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6" name="Google Shape;216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7" name="Google Shape;217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8" name="Google Shape;218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9" name="Google Shape;219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220" name="Google Shape;220;p5"/>
          <p:cNvGrpSpPr/>
          <p:nvPr/>
        </p:nvGrpSpPr>
        <p:grpSpPr>
          <a:xfrm>
            <a:off x="-884258" y="5456825"/>
            <a:ext cx="2532725" cy="2509000"/>
            <a:chOff x="7221517" y="-507956"/>
            <a:chExt cx="2532725" cy="1881750"/>
          </a:xfrm>
        </p:grpSpPr>
        <p:sp>
          <p:nvSpPr>
            <p:cNvPr id="221" name="Google Shape;221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2" name="Google Shape;222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3" name="Google Shape;223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4" name="Google Shape;224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5" name="Google Shape;225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6" name="Google Shape;226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7" name="Google Shape;227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8" name="Google Shape;228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9" name="Google Shape;229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0" name="Google Shape;230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71475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 txBox="1">
            <a:spLocks noGrp="1"/>
          </p:cNvSpPr>
          <p:nvPr>
            <p:ph type="title"/>
          </p:nvPr>
        </p:nvSpPr>
        <p:spPr>
          <a:xfrm>
            <a:off x="720000" y="719333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33" name="Google Shape;233;p6"/>
          <p:cNvGrpSpPr/>
          <p:nvPr/>
        </p:nvGrpSpPr>
        <p:grpSpPr>
          <a:xfrm>
            <a:off x="8353998" y="-511859"/>
            <a:ext cx="1346103" cy="2485187"/>
            <a:chOff x="8353997" y="-383894"/>
            <a:chExt cx="1346103" cy="1863890"/>
          </a:xfrm>
        </p:grpSpPr>
        <p:sp>
          <p:nvSpPr>
            <p:cNvPr id="234" name="Google Shape;234;p6"/>
            <p:cNvSpPr/>
            <p:nvPr/>
          </p:nvSpPr>
          <p:spPr>
            <a:xfrm rot="10515604" flipH="1">
              <a:off x="8395233" y="733291"/>
              <a:ext cx="650155" cy="721075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5" name="Google Shape;235;p6"/>
            <p:cNvSpPr/>
            <p:nvPr/>
          </p:nvSpPr>
          <p:spPr>
            <a:xfrm rot="10515604" flipH="1">
              <a:off x="9021238" y="726016"/>
              <a:ext cx="650180" cy="721100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6" name="Google Shape;236;p6"/>
            <p:cNvSpPr/>
            <p:nvPr/>
          </p:nvSpPr>
          <p:spPr>
            <a:xfrm rot="10515604" flipH="1">
              <a:off x="8701958" y="187502"/>
              <a:ext cx="650180" cy="721075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5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7" name="Google Shape;237;p6"/>
            <p:cNvSpPr/>
            <p:nvPr/>
          </p:nvSpPr>
          <p:spPr>
            <a:xfrm rot="10515604" flipH="1">
              <a:off x="8382677" y="-351036"/>
              <a:ext cx="650155" cy="721075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3"/>
                  </a:moveTo>
                  <a:lnTo>
                    <a:pt x="24980" y="6320"/>
                  </a:lnTo>
                  <a:lnTo>
                    <a:pt x="11975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8" name="Google Shape;238;p6"/>
            <p:cNvSpPr/>
            <p:nvPr/>
          </p:nvSpPr>
          <p:spPr>
            <a:xfrm rot="10515604" flipH="1">
              <a:off x="9008685" y="-358263"/>
              <a:ext cx="650205" cy="721050"/>
            </a:xfrm>
            <a:custGeom>
              <a:avLst/>
              <a:gdLst/>
              <a:ahLst/>
              <a:cxnLst/>
              <a:rect l="l" t="t" r="r" b="b"/>
              <a:pathLst>
                <a:path w="26010" h="28844" fill="none" extrusionOk="0">
                  <a:moveTo>
                    <a:pt x="26009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9" name="Google Shape;239;p6"/>
            <p:cNvSpPr/>
            <p:nvPr/>
          </p:nvSpPr>
          <p:spPr>
            <a:xfrm rot="10515604" flipH="1">
              <a:off x="8988035" y="-202012"/>
              <a:ext cx="57071" cy="57046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0" name="Google Shape;240;p6"/>
            <p:cNvSpPr/>
            <p:nvPr/>
          </p:nvSpPr>
          <p:spPr>
            <a:xfrm rot="10515604" flipH="1">
              <a:off x="9613745" y="157612"/>
              <a:ext cx="57046" cy="57071"/>
            </a:xfrm>
            <a:custGeom>
              <a:avLst/>
              <a:gdLst/>
              <a:ahLst/>
              <a:cxnLst/>
              <a:rect l="l" t="t" r="r" b="b"/>
              <a:pathLst>
                <a:path w="2282" h="2283" extrusionOk="0">
                  <a:moveTo>
                    <a:pt x="1142" y="0"/>
                  </a:moveTo>
                  <a:cubicBezTo>
                    <a:pt x="512" y="0"/>
                    <a:pt x="1" y="511"/>
                    <a:pt x="1" y="1141"/>
                  </a:cubicBezTo>
                  <a:cubicBezTo>
                    <a:pt x="1" y="1771"/>
                    <a:pt x="512" y="2282"/>
                    <a:pt x="1142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1" name="Google Shape;241;p6"/>
            <p:cNvSpPr/>
            <p:nvPr/>
          </p:nvSpPr>
          <p:spPr>
            <a:xfrm rot="10515604" flipH="1">
              <a:off x="9310934" y="707795"/>
              <a:ext cx="57021" cy="57071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42" name="Google Shape;242;p6"/>
          <p:cNvSpPr/>
          <p:nvPr/>
        </p:nvSpPr>
        <p:spPr>
          <a:xfrm rot="10515604" flipH="1">
            <a:off x="8362734" y="-267505"/>
            <a:ext cx="57046" cy="76061"/>
          </a:xfrm>
          <a:custGeom>
            <a:avLst/>
            <a:gdLst/>
            <a:ahLst/>
            <a:cxnLst/>
            <a:rect l="l" t="t" r="r" b="b"/>
            <a:pathLst>
              <a:path w="2282" h="2282" extrusionOk="0">
                <a:moveTo>
                  <a:pt x="1141" y="0"/>
                </a:moveTo>
                <a:cubicBezTo>
                  <a:pt x="511" y="0"/>
                  <a:pt x="0" y="511"/>
                  <a:pt x="0" y="1141"/>
                </a:cubicBezTo>
                <a:cubicBezTo>
                  <a:pt x="0" y="1770"/>
                  <a:pt x="511" y="2281"/>
                  <a:pt x="1141" y="2281"/>
                </a:cubicBezTo>
                <a:cubicBezTo>
                  <a:pt x="1772" y="2281"/>
                  <a:pt x="2281" y="1770"/>
                  <a:pt x="2281" y="1141"/>
                </a:cubicBezTo>
                <a:cubicBezTo>
                  <a:pt x="2281" y="511"/>
                  <a:pt x="1772" y="0"/>
                  <a:pt x="114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792433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"/>
          <p:cNvSpPr txBox="1">
            <a:spLocks noGrp="1"/>
          </p:cNvSpPr>
          <p:nvPr>
            <p:ph type="title"/>
          </p:nvPr>
        </p:nvSpPr>
        <p:spPr>
          <a:xfrm>
            <a:off x="943050" y="1742800"/>
            <a:ext cx="72579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36" name="Google Shape;336;p8"/>
          <p:cNvGrpSpPr/>
          <p:nvPr/>
        </p:nvGrpSpPr>
        <p:grpSpPr>
          <a:xfrm>
            <a:off x="5478865" y="2742269"/>
            <a:ext cx="5036265" cy="5484420"/>
            <a:chOff x="4780389" y="2513201"/>
            <a:chExt cx="5036265" cy="4113315"/>
          </a:xfrm>
        </p:grpSpPr>
        <p:grpSp>
          <p:nvGrpSpPr>
            <p:cNvPr id="337" name="Google Shape;337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38" name="Google Shape;338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339" name="Google Shape;339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40" name="Google Shape;340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41" name="Google Shape;341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42" name="Google Shape;342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43" name="Google Shape;343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44" name="Google Shape;344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45" name="Google Shape;345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46" name="Google Shape;346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47" name="Google Shape;347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48" name="Google Shape;348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49" name="Google Shape;349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50" name="Google Shape;350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51" name="Google Shape;351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52" name="Google Shape;352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53" name="Google Shape;353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54" name="Google Shape;354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55" name="Google Shape;355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56" name="Google Shape;356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57" name="Google Shape;357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58" name="Google Shape;358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59" name="Google Shape;359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60" name="Google Shape;360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61" name="Google Shape;361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62" name="Google Shape;362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63" name="Google Shape;363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64" name="Google Shape;364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65" name="Google Shape;365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66" name="Google Shape;366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67" name="Google Shape;367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68" name="Google Shape;368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</p:grpSp>
            <p:sp>
              <p:nvSpPr>
                <p:cNvPr id="369" name="Google Shape;369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71" name="Google Shape;371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72" name="Google Shape;372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73" name="Google Shape;373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74" name="Google Shape;374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75" name="Google Shape;375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76" name="Google Shape;376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sp>
          <p:nvSpPr>
            <p:cNvPr id="377" name="Google Shape;377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8" name="Google Shape;378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9" name="Google Shape;379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380" name="Google Shape;380;p8"/>
          <p:cNvGrpSpPr/>
          <p:nvPr/>
        </p:nvGrpSpPr>
        <p:grpSpPr>
          <a:xfrm>
            <a:off x="-128336" y="-3355015"/>
            <a:ext cx="5036265" cy="5484420"/>
            <a:chOff x="4780389" y="2513201"/>
            <a:chExt cx="5036265" cy="4113315"/>
          </a:xfrm>
        </p:grpSpPr>
        <p:grpSp>
          <p:nvGrpSpPr>
            <p:cNvPr id="381" name="Google Shape;381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82" name="Google Shape;382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383" name="Google Shape;383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84" name="Google Shape;384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85" name="Google Shape;385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86" name="Google Shape;386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87" name="Google Shape;387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88" name="Google Shape;388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89" name="Google Shape;389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90" name="Google Shape;390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91" name="Google Shape;391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92" name="Google Shape;392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93" name="Google Shape;393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94" name="Google Shape;394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95" name="Google Shape;395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96" name="Google Shape;396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97" name="Google Shape;397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98" name="Google Shape;398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399" name="Google Shape;399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00" name="Google Shape;400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01" name="Google Shape;401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02" name="Google Shape;402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03" name="Google Shape;403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04" name="Google Shape;404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05" name="Google Shape;405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06" name="Google Shape;406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07" name="Google Shape;407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08" name="Google Shape;408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09" name="Google Shape;409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10" name="Google Shape;410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11" name="Google Shape;411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12" name="Google Shape;412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</p:grpSp>
            <p:sp>
              <p:nvSpPr>
                <p:cNvPr id="413" name="Google Shape;413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14" name="Google Shape;414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15" name="Google Shape;415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16" name="Google Shape;416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17" name="Google Shape;417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18" name="Google Shape;418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19" name="Google Shape;419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20" name="Google Shape;420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sp>
          <p:nvSpPr>
            <p:cNvPr id="421" name="Google Shape;421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2" name="Google Shape;422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3" name="Google Shape;423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1369118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>
            <a:spLocks noGrp="1"/>
          </p:cNvSpPr>
          <p:nvPr>
            <p:ph type="title"/>
          </p:nvPr>
        </p:nvSpPr>
        <p:spPr>
          <a:xfrm>
            <a:off x="2135550" y="1585467"/>
            <a:ext cx="4872900" cy="2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6" name="Google Shape;426;p9"/>
          <p:cNvSpPr txBox="1">
            <a:spLocks noGrp="1"/>
          </p:cNvSpPr>
          <p:nvPr>
            <p:ph type="subTitle" idx="1"/>
          </p:nvPr>
        </p:nvSpPr>
        <p:spPr>
          <a:xfrm>
            <a:off x="2135550" y="4204667"/>
            <a:ext cx="4872900" cy="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64823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10"/>
          <p:cNvSpPr txBox="1">
            <a:spLocks noGrp="1"/>
          </p:cNvSpPr>
          <p:nvPr>
            <p:ph type="title"/>
          </p:nvPr>
        </p:nvSpPr>
        <p:spPr>
          <a:xfrm>
            <a:off x="713225" y="4670533"/>
            <a:ext cx="5202300" cy="1393600"/>
          </a:xfrm>
          <a:prstGeom prst="rect">
            <a:avLst/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430" name="Google Shape;430;p10"/>
          <p:cNvGrpSpPr/>
          <p:nvPr/>
        </p:nvGrpSpPr>
        <p:grpSpPr>
          <a:xfrm rot="10800000">
            <a:off x="6825617" y="-301947"/>
            <a:ext cx="3485298" cy="1818028"/>
            <a:chOff x="5000328" y="4413931"/>
            <a:chExt cx="3485298" cy="1363521"/>
          </a:xfrm>
        </p:grpSpPr>
        <p:grpSp>
          <p:nvGrpSpPr>
            <p:cNvPr id="431" name="Google Shape;431;p10"/>
            <p:cNvGrpSpPr/>
            <p:nvPr/>
          </p:nvGrpSpPr>
          <p:grpSpPr>
            <a:xfrm>
              <a:off x="5000328" y="4413931"/>
              <a:ext cx="3485298" cy="1363521"/>
              <a:chOff x="4151828" y="2626856"/>
              <a:chExt cx="3485298" cy="1363521"/>
            </a:xfrm>
          </p:grpSpPr>
          <p:sp>
            <p:nvSpPr>
              <p:cNvPr id="432" name="Google Shape;432;p10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33" name="Google Shape;433;p10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34" name="Google Shape;434;p10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35" name="Google Shape;435;p10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36" name="Google Shape;436;p10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37" name="Google Shape;437;p10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38" name="Google Shape;438;p10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39" name="Google Shape;439;p10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40" name="Google Shape;440;p10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sp>
          <p:nvSpPr>
            <p:cNvPr id="441" name="Google Shape;441;p10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2" name="Google Shape;442;p10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3" name="Google Shape;443;p10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1288281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2276700"/>
            <a:ext cx="6576000" cy="206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46" name="Google Shape;446;p11"/>
          <p:cNvSpPr txBox="1">
            <a:spLocks noGrp="1"/>
          </p:cNvSpPr>
          <p:nvPr>
            <p:ph type="subTitle" idx="1"/>
          </p:nvPr>
        </p:nvSpPr>
        <p:spPr>
          <a:xfrm>
            <a:off x="1284000" y="4345433"/>
            <a:ext cx="65760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447" name="Google Shape;447;p11"/>
          <p:cNvGrpSpPr/>
          <p:nvPr/>
        </p:nvGrpSpPr>
        <p:grpSpPr>
          <a:xfrm rot="10800000">
            <a:off x="4305914" y="4882969"/>
            <a:ext cx="5036265" cy="5484420"/>
            <a:chOff x="4780389" y="2513201"/>
            <a:chExt cx="5036265" cy="4113315"/>
          </a:xfrm>
        </p:grpSpPr>
        <p:grpSp>
          <p:nvGrpSpPr>
            <p:cNvPr id="448" name="Google Shape;448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49" name="Google Shape;449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450" name="Google Shape;450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51" name="Google Shape;451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52" name="Google Shape;452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53" name="Google Shape;453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54" name="Google Shape;454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55" name="Google Shape;455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56" name="Google Shape;456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57" name="Google Shape;457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62" name="Google Shape;462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63" name="Google Shape;463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64" name="Google Shape;464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65" name="Google Shape;465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70" name="Google Shape;470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71" name="Google Shape;471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72" name="Google Shape;472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73" name="Google Shape;473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78" name="Google Shape;478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79" name="Google Shape;479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</p:grpSp>
            <p:sp>
              <p:nvSpPr>
                <p:cNvPr id="480" name="Google Shape;480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81" name="Google Shape;481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82" name="Google Shape;482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83" name="Google Shape;483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84" name="Google Shape;484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85" name="Google Shape;485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86" name="Google Shape;486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87" name="Google Shape;487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sp>
          <p:nvSpPr>
            <p:cNvPr id="488" name="Google Shape;488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9" name="Google Shape;489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0" name="Google Shape;490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491" name="Google Shape;491;p11"/>
          <p:cNvGrpSpPr/>
          <p:nvPr/>
        </p:nvGrpSpPr>
        <p:grpSpPr>
          <a:xfrm>
            <a:off x="-128336" y="-3355015"/>
            <a:ext cx="5036265" cy="5484420"/>
            <a:chOff x="4780389" y="2513201"/>
            <a:chExt cx="5036265" cy="4113315"/>
          </a:xfrm>
        </p:grpSpPr>
        <p:grpSp>
          <p:nvGrpSpPr>
            <p:cNvPr id="492" name="Google Shape;492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93" name="Google Shape;493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494" name="Google Shape;494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95" name="Google Shape;495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96" name="Google Shape;496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97" name="Google Shape;497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98" name="Google Shape;498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499" name="Google Shape;499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00" name="Google Shape;500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01" name="Google Shape;501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02" name="Google Shape;502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03" name="Google Shape;503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04" name="Google Shape;504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05" name="Google Shape;505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06" name="Google Shape;506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07" name="Google Shape;507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08" name="Google Shape;508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09" name="Google Shape;509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10" name="Google Shape;510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11" name="Google Shape;511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12" name="Google Shape;512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13" name="Google Shape;513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14" name="Google Shape;514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15" name="Google Shape;515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16" name="Google Shape;516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17" name="Google Shape;517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18" name="Google Shape;518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19" name="Google Shape;519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20" name="Google Shape;520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21" name="Google Shape;521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22" name="Google Shape;522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23" name="Google Shape;523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</p:grpSp>
            <p:sp>
              <p:nvSpPr>
                <p:cNvPr id="524" name="Google Shape;524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25" name="Google Shape;525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26" name="Google Shape;526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27" name="Google Shape;527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28" name="Google Shape;528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29" name="Google Shape;529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30" name="Google Shape;530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31" name="Google Shape;531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sp>
          <p:nvSpPr>
            <p:cNvPr id="532" name="Google Shape;532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3" name="Google Shape;533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4" name="Google Shape;534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1350638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269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3"/>
          <p:cNvSpPr txBox="1">
            <a:spLocks noGrp="1"/>
          </p:cNvSpPr>
          <p:nvPr>
            <p:ph type="title"/>
          </p:nvPr>
        </p:nvSpPr>
        <p:spPr>
          <a:xfrm>
            <a:off x="720000" y="719333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8" name="Google Shape;538;p13"/>
          <p:cNvSpPr txBox="1">
            <a:spLocks noGrp="1"/>
          </p:cNvSpPr>
          <p:nvPr>
            <p:ph type="subTitle" idx="1"/>
          </p:nvPr>
        </p:nvSpPr>
        <p:spPr>
          <a:xfrm>
            <a:off x="5784713" y="2027933"/>
            <a:ext cx="2468700" cy="6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39" name="Google Shape;539;p13"/>
          <p:cNvSpPr txBox="1">
            <a:spLocks noGrp="1"/>
          </p:cNvSpPr>
          <p:nvPr>
            <p:ph type="title" idx="2" hasCustomPrompt="1"/>
          </p:nvPr>
        </p:nvSpPr>
        <p:spPr>
          <a:xfrm>
            <a:off x="890575" y="2027933"/>
            <a:ext cx="976800" cy="64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0" name="Google Shape;540;p13"/>
          <p:cNvSpPr txBox="1">
            <a:spLocks noGrp="1"/>
          </p:cNvSpPr>
          <p:nvPr>
            <p:ph type="subTitle" idx="3"/>
          </p:nvPr>
        </p:nvSpPr>
        <p:spPr>
          <a:xfrm>
            <a:off x="1954644" y="2027933"/>
            <a:ext cx="3742800" cy="6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41" name="Google Shape;541;p13"/>
          <p:cNvSpPr txBox="1">
            <a:spLocks noGrp="1"/>
          </p:cNvSpPr>
          <p:nvPr>
            <p:ph type="subTitle" idx="4"/>
          </p:nvPr>
        </p:nvSpPr>
        <p:spPr>
          <a:xfrm>
            <a:off x="5784713" y="2872047"/>
            <a:ext cx="2468700" cy="6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42" name="Google Shape;542;p13"/>
          <p:cNvSpPr txBox="1">
            <a:spLocks noGrp="1"/>
          </p:cNvSpPr>
          <p:nvPr>
            <p:ph type="title" idx="5" hasCustomPrompt="1"/>
          </p:nvPr>
        </p:nvSpPr>
        <p:spPr>
          <a:xfrm>
            <a:off x="890575" y="2872047"/>
            <a:ext cx="976800" cy="64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3" name="Google Shape;543;p13"/>
          <p:cNvSpPr txBox="1">
            <a:spLocks noGrp="1"/>
          </p:cNvSpPr>
          <p:nvPr>
            <p:ph type="subTitle" idx="6"/>
          </p:nvPr>
        </p:nvSpPr>
        <p:spPr>
          <a:xfrm>
            <a:off x="1954644" y="2872047"/>
            <a:ext cx="3742800" cy="6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44" name="Google Shape;544;p13"/>
          <p:cNvSpPr txBox="1">
            <a:spLocks noGrp="1"/>
          </p:cNvSpPr>
          <p:nvPr>
            <p:ph type="subTitle" idx="7"/>
          </p:nvPr>
        </p:nvSpPr>
        <p:spPr>
          <a:xfrm>
            <a:off x="5784713" y="3716160"/>
            <a:ext cx="2468700" cy="6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45" name="Google Shape;545;p13"/>
          <p:cNvSpPr txBox="1">
            <a:spLocks noGrp="1"/>
          </p:cNvSpPr>
          <p:nvPr>
            <p:ph type="title" idx="8" hasCustomPrompt="1"/>
          </p:nvPr>
        </p:nvSpPr>
        <p:spPr>
          <a:xfrm>
            <a:off x="890575" y="3716160"/>
            <a:ext cx="976800" cy="64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6" name="Google Shape;546;p13"/>
          <p:cNvSpPr txBox="1">
            <a:spLocks noGrp="1"/>
          </p:cNvSpPr>
          <p:nvPr>
            <p:ph type="subTitle" idx="9"/>
          </p:nvPr>
        </p:nvSpPr>
        <p:spPr>
          <a:xfrm>
            <a:off x="1954644" y="3716160"/>
            <a:ext cx="3742800" cy="6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47" name="Google Shape;547;p13"/>
          <p:cNvSpPr txBox="1">
            <a:spLocks noGrp="1"/>
          </p:cNvSpPr>
          <p:nvPr>
            <p:ph type="subTitle" idx="13"/>
          </p:nvPr>
        </p:nvSpPr>
        <p:spPr>
          <a:xfrm>
            <a:off x="5784713" y="4560273"/>
            <a:ext cx="2468700" cy="6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48" name="Google Shape;548;p13"/>
          <p:cNvSpPr txBox="1">
            <a:spLocks noGrp="1"/>
          </p:cNvSpPr>
          <p:nvPr>
            <p:ph type="title" idx="14" hasCustomPrompt="1"/>
          </p:nvPr>
        </p:nvSpPr>
        <p:spPr>
          <a:xfrm>
            <a:off x="890575" y="4560273"/>
            <a:ext cx="976800" cy="64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9" name="Google Shape;549;p13"/>
          <p:cNvSpPr txBox="1">
            <a:spLocks noGrp="1"/>
          </p:cNvSpPr>
          <p:nvPr>
            <p:ph type="subTitle" idx="15"/>
          </p:nvPr>
        </p:nvSpPr>
        <p:spPr>
          <a:xfrm>
            <a:off x="1954644" y="4560273"/>
            <a:ext cx="3742800" cy="6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50" name="Google Shape;550;p13"/>
          <p:cNvSpPr txBox="1">
            <a:spLocks noGrp="1"/>
          </p:cNvSpPr>
          <p:nvPr>
            <p:ph type="subTitle" idx="16"/>
          </p:nvPr>
        </p:nvSpPr>
        <p:spPr>
          <a:xfrm>
            <a:off x="5784713" y="5404387"/>
            <a:ext cx="2468700" cy="6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51" name="Google Shape;551;p13"/>
          <p:cNvSpPr txBox="1">
            <a:spLocks noGrp="1"/>
          </p:cNvSpPr>
          <p:nvPr>
            <p:ph type="title" idx="17" hasCustomPrompt="1"/>
          </p:nvPr>
        </p:nvSpPr>
        <p:spPr>
          <a:xfrm>
            <a:off x="890575" y="5404387"/>
            <a:ext cx="976800" cy="64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2" name="Google Shape;552;p13"/>
          <p:cNvSpPr txBox="1">
            <a:spLocks noGrp="1"/>
          </p:cNvSpPr>
          <p:nvPr>
            <p:ph type="subTitle" idx="18"/>
          </p:nvPr>
        </p:nvSpPr>
        <p:spPr>
          <a:xfrm>
            <a:off x="1954644" y="5404387"/>
            <a:ext cx="3742800" cy="6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553" name="Google Shape;553;p13"/>
          <p:cNvGrpSpPr/>
          <p:nvPr/>
        </p:nvGrpSpPr>
        <p:grpSpPr>
          <a:xfrm>
            <a:off x="-3773061" y="-1305149"/>
            <a:ext cx="5036265" cy="5484420"/>
            <a:chOff x="4780389" y="2513201"/>
            <a:chExt cx="5036265" cy="4113315"/>
          </a:xfrm>
        </p:grpSpPr>
        <p:grpSp>
          <p:nvGrpSpPr>
            <p:cNvPr id="554" name="Google Shape;554;p1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55" name="Google Shape;555;p1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556" name="Google Shape;556;p1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57" name="Google Shape;557;p1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558" name="Google Shape;558;p1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59" name="Google Shape;559;p1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60" name="Google Shape;560;p1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61" name="Google Shape;561;p1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62" name="Google Shape;562;p1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63" name="Google Shape;563;p1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64" name="Google Shape;564;p1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65" name="Google Shape;565;p1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66" name="Google Shape;566;p1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67" name="Google Shape;567;p1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68" name="Google Shape;568;p1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69" name="Google Shape;569;p1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70" name="Google Shape;570;p1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71" name="Google Shape;571;p1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72" name="Google Shape;572;p1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73" name="Google Shape;573;p1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74" name="Google Shape;574;p1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75" name="Google Shape;575;p1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76" name="Google Shape;576;p1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77" name="Google Shape;577;p1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78" name="Google Shape;578;p1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79" name="Google Shape;579;p1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80" name="Google Shape;580;p1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81" name="Google Shape;581;p1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82" name="Google Shape;582;p1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83" name="Google Shape;583;p1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84" name="Google Shape;584;p1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585" name="Google Shape;585;p1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</p:grpSp>
            <p:sp>
              <p:nvSpPr>
                <p:cNvPr id="586" name="Google Shape;586;p1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87" name="Google Shape;587;p1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88" name="Google Shape;588;p1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89" name="Google Shape;589;p1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90" name="Google Shape;590;p1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91" name="Google Shape;591;p1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92" name="Google Shape;592;p1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93" name="Google Shape;593;p1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sp>
          <p:nvSpPr>
            <p:cNvPr id="594" name="Google Shape;594;p1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5" name="Google Shape;595;p1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6" name="Google Shape;596;p1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612115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"/>
          <p:cNvSpPr txBox="1">
            <a:spLocks noGrp="1"/>
          </p:cNvSpPr>
          <p:nvPr>
            <p:ph type="title"/>
          </p:nvPr>
        </p:nvSpPr>
        <p:spPr>
          <a:xfrm>
            <a:off x="3424066" y="4634000"/>
            <a:ext cx="50067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9" name="Google Shape;599;p14"/>
          <p:cNvSpPr txBox="1">
            <a:spLocks noGrp="1"/>
          </p:cNvSpPr>
          <p:nvPr>
            <p:ph type="subTitle" idx="1"/>
          </p:nvPr>
        </p:nvSpPr>
        <p:spPr>
          <a:xfrm>
            <a:off x="3423950" y="1367200"/>
            <a:ext cx="5006700" cy="326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600" name="Google Shape;600;p14"/>
          <p:cNvGrpSpPr/>
          <p:nvPr/>
        </p:nvGrpSpPr>
        <p:grpSpPr>
          <a:xfrm>
            <a:off x="7107962" y="-474070"/>
            <a:ext cx="1934332" cy="1776015"/>
            <a:chOff x="7107962" y="-355553"/>
            <a:chExt cx="1934332" cy="1332011"/>
          </a:xfrm>
        </p:grpSpPr>
        <p:sp>
          <p:nvSpPr>
            <p:cNvPr id="601" name="Google Shape;601;p14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2" name="Google Shape;602;p14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3" name="Google Shape;603;p14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4" name="Google Shape;604;p14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5" name="Google Shape;605;p14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6" name="Google Shape;606;p14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7" name="Google Shape;607;p14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8" name="Google Shape;608;p14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609" name="Google Shape;609;p14"/>
          <p:cNvGrpSpPr/>
          <p:nvPr/>
        </p:nvGrpSpPr>
        <p:grpSpPr>
          <a:xfrm>
            <a:off x="108581" y="4633987"/>
            <a:ext cx="1961773" cy="3199972"/>
            <a:chOff x="108580" y="3135490"/>
            <a:chExt cx="1961773" cy="2399979"/>
          </a:xfrm>
        </p:grpSpPr>
        <p:sp>
          <p:nvSpPr>
            <p:cNvPr id="610" name="Google Shape;610;p14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1" name="Google Shape;611;p14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2" name="Google Shape;612;p14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3" name="Google Shape;613;p14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grpSp>
          <p:nvGrpSpPr>
            <p:cNvPr id="614" name="Google Shape;614;p14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15" name="Google Shape;615;p14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6" name="Google Shape;616;p14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7" name="Google Shape;617;p14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8" name="Google Shape;618;p14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9" name="Google Shape;619;p14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0" name="Google Shape;620;p14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1" name="Google Shape;621;p14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2" name="Google Shape;622;p14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3" name="Google Shape;623;p14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7727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5" name="Google Shape;625;p15"/>
          <p:cNvGrpSpPr/>
          <p:nvPr/>
        </p:nvGrpSpPr>
        <p:grpSpPr>
          <a:xfrm rot="10800000">
            <a:off x="5530217" y="4882968"/>
            <a:ext cx="3811962" cy="2551312"/>
            <a:chOff x="4673664" y="4413931"/>
            <a:chExt cx="3811962" cy="1913484"/>
          </a:xfrm>
        </p:grpSpPr>
        <p:grpSp>
          <p:nvGrpSpPr>
            <p:cNvPr id="626" name="Google Shape;626;p15"/>
            <p:cNvGrpSpPr/>
            <p:nvPr/>
          </p:nvGrpSpPr>
          <p:grpSpPr>
            <a:xfrm>
              <a:off x="4673664" y="4413931"/>
              <a:ext cx="3811962" cy="1913484"/>
              <a:chOff x="3825164" y="2626856"/>
              <a:chExt cx="3811962" cy="1913484"/>
            </a:xfrm>
          </p:grpSpPr>
          <p:sp>
            <p:nvSpPr>
              <p:cNvPr id="627" name="Google Shape;627;p15"/>
              <p:cNvSpPr/>
              <p:nvPr/>
            </p:nvSpPr>
            <p:spPr>
              <a:xfrm rot="157512">
                <a:off x="3841337" y="272066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0" y="6321"/>
                    </a:lnTo>
                    <a:lnTo>
                      <a:pt x="11975" y="0"/>
                    </a:lnTo>
                    <a:lnTo>
                      <a:pt x="0" y="8102"/>
                    </a:lnTo>
                    <a:lnTo>
                      <a:pt x="1029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8" name="Google Shape;628;p15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9" name="Google Shape;629;p15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0" name="Google Shape;630;p15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1" name="Google Shape;631;p15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2" name="Google Shape;632;p15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3" name="Google Shape;633;p15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4" name="Google Shape;634;p15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5" name="Google Shape;635;p15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6" name="Google Shape;636;p15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7" name="Google Shape;637;p15"/>
              <p:cNvSpPr/>
              <p:nvPr/>
            </p:nvSpPr>
            <p:spPr>
              <a:xfrm rot="157512">
                <a:off x="3868779" y="3804714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4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2"/>
                    </a:lnTo>
                    <a:lnTo>
                      <a:pt x="1030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8" name="Google Shape;638;p15"/>
              <p:cNvSpPr/>
              <p:nvPr/>
            </p:nvSpPr>
            <p:spPr>
              <a:xfrm rot="157512">
                <a:off x="4494689" y="3788860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9" name="Google Shape;639;p15"/>
              <p:cNvSpPr/>
              <p:nvPr/>
            </p:nvSpPr>
            <p:spPr>
              <a:xfrm rot="157512">
                <a:off x="5120574" y="3773006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sp>
          <p:nvSpPr>
            <p:cNvPr id="640" name="Google Shape;640;p15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1" name="Google Shape;641;p15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2" name="Google Shape;642;p15"/>
            <p:cNvSpPr/>
            <p:nvPr/>
          </p:nvSpPr>
          <p:spPr>
            <a:xfrm rot="157512">
              <a:off x="5957267" y="608075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3" name="Google Shape;643;p15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44" name="Google Shape;644;p15"/>
          <p:cNvSpPr txBox="1">
            <a:spLocks noGrp="1"/>
          </p:cNvSpPr>
          <p:nvPr>
            <p:ph type="title"/>
          </p:nvPr>
        </p:nvSpPr>
        <p:spPr>
          <a:xfrm>
            <a:off x="720000" y="1805817"/>
            <a:ext cx="3594000" cy="21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45" name="Google Shape;645;p15"/>
          <p:cNvSpPr txBox="1">
            <a:spLocks noGrp="1"/>
          </p:cNvSpPr>
          <p:nvPr>
            <p:ph type="subTitle" idx="1"/>
          </p:nvPr>
        </p:nvSpPr>
        <p:spPr>
          <a:xfrm>
            <a:off x="720000" y="3981800"/>
            <a:ext cx="3594000" cy="12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46" name="Google Shape;646;p15"/>
          <p:cNvSpPr>
            <a:spLocks noGrp="1"/>
          </p:cNvSpPr>
          <p:nvPr>
            <p:ph type="pic" idx="2"/>
          </p:nvPr>
        </p:nvSpPr>
        <p:spPr>
          <a:xfrm>
            <a:off x="4627875" y="1037500"/>
            <a:ext cx="3627900" cy="5017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557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6"/>
          <p:cNvSpPr txBox="1">
            <a:spLocks noGrp="1"/>
          </p:cNvSpPr>
          <p:nvPr>
            <p:ph type="title"/>
          </p:nvPr>
        </p:nvSpPr>
        <p:spPr>
          <a:xfrm>
            <a:off x="720000" y="719333"/>
            <a:ext cx="77109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49" name="Google Shape;649;p16"/>
          <p:cNvSpPr txBox="1">
            <a:spLocks noGrp="1"/>
          </p:cNvSpPr>
          <p:nvPr>
            <p:ph type="subTitle" idx="1"/>
          </p:nvPr>
        </p:nvSpPr>
        <p:spPr>
          <a:xfrm>
            <a:off x="720000" y="1931000"/>
            <a:ext cx="4466400" cy="31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650" name="Google Shape;650;p16"/>
          <p:cNvGrpSpPr/>
          <p:nvPr/>
        </p:nvGrpSpPr>
        <p:grpSpPr>
          <a:xfrm rot="10800000">
            <a:off x="5530217" y="4628968"/>
            <a:ext cx="3811962" cy="2551312"/>
            <a:chOff x="4673664" y="4413931"/>
            <a:chExt cx="3811962" cy="1913484"/>
          </a:xfrm>
        </p:grpSpPr>
        <p:grpSp>
          <p:nvGrpSpPr>
            <p:cNvPr id="651" name="Google Shape;651;p16"/>
            <p:cNvGrpSpPr/>
            <p:nvPr/>
          </p:nvGrpSpPr>
          <p:grpSpPr>
            <a:xfrm>
              <a:off x="4673664" y="4413931"/>
              <a:ext cx="3811962" cy="1913484"/>
              <a:chOff x="3825164" y="2626856"/>
              <a:chExt cx="3811962" cy="1913484"/>
            </a:xfrm>
          </p:grpSpPr>
          <p:sp>
            <p:nvSpPr>
              <p:cNvPr id="652" name="Google Shape;652;p16"/>
              <p:cNvSpPr/>
              <p:nvPr/>
            </p:nvSpPr>
            <p:spPr>
              <a:xfrm rot="157512">
                <a:off x="3841337" y="272066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0" y="6321"/>
                    </a:lnTo>
                    <a:lnTo>
                      <a:pt x="11975" y="0"/>
                    </a:lnTo>
                    <a:lnTo>
                      <a:pt x="0" y="8102"/>
                    </a:lnTo>
                    <a:lnTo>
                      <a:pt x="1029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3" name="Google Shape;653;p16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4" name="Google Shape;654;p16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5" name="Google Shape;655;p16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6" name="Google Shape;656;p16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7" name="Google Shape;657;p16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8" name="Google Shape;658;p16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9" name="Google Shape;659;p16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0" name="Google Shape;660;p16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1" name="Google Shape;661;p16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2" name="Google Shape;662;p16"/>
              <p:cNvSpPr/>
              <p:nvPr/>
            </p:nvSpPr>
            <p:spPr>
              <a:xfrm rot="157512">
                <a:off x="3868779" y="3804714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4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2"/>
                    </a:lnTo>
                    <a:lnTo>
                      <a:pt x="1030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3" name="Google Shape;663;p16"/>
              <p:cNvSpPr/>
              <p:nvPr/>
            </p:nvSpPr>
            <p:spPr>
              <a:xfrm rot="157512">
                <a:off x="4494689" y="3788860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4" name="Google Shape;664;p16"/>
              <p:cNvSpPr/>
              <p:nvPr/>
            </p:nvSpPr>
            <p:spPr>
              <a:xfrm rot="157512">
                <a:off x="5120574" y="3773006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sp>
          <p:nvSpPr>
            <p:cNvPr id="665" name="Google Shape;665;p16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66" name="Google Shape;666;p16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67" name="Google Shape;667;p16"/>
            <p:cNvSpPr/>
            <p:nvPr/>
          </p:nvSpPr>
          <p:spPr>
            <a:xfrm rot="157512">
              <a:off x="5957267" y="608075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68" name="Google Shape;668;p16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4824737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7"/>
          <p:cNvSpPr txBox="1">
            <a:spLocks noGrp="1"/>
          </p:cNvSpPr>
          <p:nvPr>
            <p:ph type="title"/>
          </p:nvPr>
        </p:nvSpPr>
        <p:spPr>
          <a:xfrm>
            <a:off x="5026800" y="2294115"/>
            <a:ext cx="3157500" cy="14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1" name="Google Shape;671;p17"/>
          <p:cNvSpPr txBox="1">
            <a:spLocks noGrp="1"/>
          </p:cNvSpPr>
          <p:nvPr>
            <p:ph type="subTitle" idx="1"/>
          </p:nvPr>
        </p:nvSpPr>
        <p:spPr>
          <a:xfrm>
            <a:off x="5027018" y="3732084"/>
            <a:ext cx="31575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672" name="Google Shape;672;p17"/>
          <p:cNvGrpSpPr/>
          <p:nvPr/>
        </p:nvGrpSpPr>
        <p:grpSpPr>
          <a:xfrm>
            <a:off x="-958305" y="4634021"/>
            <a:ext cx="1961773" cy="3199972"/>
            <a:chOff x="108580" y="3135490"/>
            <a:chExt cx="1961773" cy="2399979"/>
          </a:xfrm>
        </p:grpSpPr>
        <p:sp>
          <p:nvSpPr>
            <p:cNvPr id="673" name="Google Shape;673;p17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4" name="Google Shape;674;p17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5" name="Google Shape;675;p17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6" name="Google Shape;676;p17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grpSp>
          <p:nvGrpSpPr>
            <p:cNvPr id="677" name="Google Shape;677;p17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78" name="Google Shape;678;p17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79" name="Google Shape;679;p17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0" name="Google Shape;680;p17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1" name="Google Shape;681;p17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2" name="Google Shape;682;p17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3" name="Google Shape;683;p17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4" name="Google Shape;684;p17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5" name="Google Shape;685;p17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6" name="Google Shape;686;p17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  <p:grpSp>
        <p:nvGrpSpPr>
          <p:cNvPr id="687" name="Google Shape;687;p17"/>
          <p:cNvGrpSpPr/>
          <p:nvPr/>
        </p:nvGrpSpPr>
        <p:grpSpPr>
          <a:xfrm>
            <a:off x="7250837" y="-474070"/>
            <a:ext cx="1934332" cy="1776015"/>
            <a:chOff x="7107962" y="-355553"/>
            <a:chExt cx="1934332" cy="1332011"/>
          </a:xfrm>
        </p:grpSpPr>
        <p:sp>
          <p:nvSpPr>
            <p:cNvPr id="688" name="Google Shape;688;p17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9" name="Google Shape;689;p17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0" name="Google Shape;690;p17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1" name="Google Shape;691;p17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2" name="Google Shape;692;p17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3" name="Google Shape;693;p17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4" name="Google Shape;694;p17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5" name="Google Shape;695;p17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1893454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18"/>
          <p:cNvGrpSpPr/>
          <p:nvPr/>
        </p:nvGrpSpPr>
        <p:grpSpPr>
          <a:xfrm flipH="1">
            <a:off x="7223397" y="4634021"/>
            <a:ext cx="1961773" cy="3199972"/>
            <a:chOff x="108580" y="3135490"/>
            <a:chExt cx="1961773" cy="2399979"/>
          </a:xfrm>
        </p:grpSpPr>
        <p:sp>
          <p:nvSpPr>
            <p:cNvPr id="698" name="Google Shape;698;p18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9" name="Google Shape;699;p18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0" name="Google Shape;700;p18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1" name="Google Shape;701;p18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grpSp>
          <p:nvGrpSpPr>
            <p:cNvPr id="702" name="Google Shape;702;p18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03" name="Google Shape;703;p18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4" name="Google Shape;704;p18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5" name="Google Shape;705;p18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6" name="Google Shape;706;p18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7" name="Google Shape;707;p18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8" name="Google Shape;708;p18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9" name="Google Shape;709;p18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0" name="Google Shape;710;p18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1" name="Google Shape;711;p18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  <p:grpSp>
        <p:nvGrpSpPr>
          <p:cNvPr id="712" name="Google Shape;712;p18"/>
          <p:cNvGrpSpPr/>
          <p:nvPr/>
        </p:nvGrpSpPr>
        <p:grpSpPr>
          <a:xfrm flipH="1">
            <a:off x="-253943" y="-474070"/>
            <a:ext cx="1934332" cy="1776015"/>
            <a:chOff x="7107962" y="-355553"/>
            <a:chExt cx="1934332" cy="1332011"/>
          </a:xfrm>
        </p:grpSpPr>
        <p:sp>
          <p:nvSpPr>
            <p:cNvPr id="713" name="Google Shape;713;p18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4" name="Google Shape;714;p18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5" name="Google Shape;715;p18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6" name="Google Shape;716;p18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7" name="Google Shape;717;p18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8" name="Google Shape;718;p18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9" name="Google Shape;719;p18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20" name="Google Shape;720;p18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721" name="Google Shape;721;p18"/>
          <p:cNvSpPr txBox="1">
            <a:spLocks noGrp="1"/>
          </p:cNvSpPr>
          <p:nvPr>
            <p:ph type="title"/>
          </p:nvPr>
        </p:nvSpPr>
        <p:spPr>
          <a:xfrm>
            <a:off x="720000" y="2231333"/>
            <a:ext cx="4466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22" name="Google Shape;722;p18"/>
          <p:cNvSpPr txBox="1">
            <a:spLocks noGrp="1"/>
          </p:cNvSpPr>
          <p:nvPr>
            <p:ph type="subTitle" idx="1"/>
          </p:nvPr>
        </p:nvSpPr>
        <p:spPr>
          <a:xfrm>
            <a:off x="720000" y="2994933"/>
            <a:ext cx="4466400" cy="1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4221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9"/>
          <p:cNvSpPr txBox="1">
            <a:spLocks noGrp="1"/>
          </p:cNvSpPr>
          <p:nvPr>
            <p:ph type="title"/>
          </p:nvPr>
        </p:nvSpPr>
        <p:spPr>
          <a:xfrm>
            <a:off x="5026800" y="2668197"/>
            <a:ext cx="3157500" cy="76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25" name="Google Shape;725;p19"/>
          <p:cNvSpPr txBox="1">
            <a:spLocks noGrp="1"/>
          </p:cNvSpPr>
          <p:nvPr>
            <p:ph type="subTitle" idx="1"/>
          </p:nvPr>
        </p:nvSpPr>
        <p:spPr>
          <a:xfrm>
            <a:off x="5027025" y="3436179"/>
            <a:ext cx="31575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726" name="Google Shape;726;p19"/>
          <p:cNvGrpSpPr/>
          <p:nvPr/>
        </p:nvGrpSpPr>
        <p:grpSpPr>
          <a:xfrm>
            <a:off x="6950793" y="-196008"/>
            <a:ext cx="2532725" cy="2509000"/>
            <a:chOff x="7221517" y="-507956"/>
            <a:chExt cx="2532725" cy="1881750"/>
          </a:xfrm>
        </p:grpSpPr>
        <p:sp>
          <p:nvSpPr>
            <p:cNvPr id="727" name="Google Shape;727;p19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28" name="Google Shape;728;p19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29" name="Google Shape;729;p19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0" name="Google Shape;730;p19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1" name="Google Shape;731;p19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2" name="Google Shape;732;p19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3" name="Google Shape;733;p19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4" name="Google Shape;734;p19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5" name="Google Shape;735;p19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6" name="Google Shape;736;p19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737" name="Google Shape;737;p19"/>
          <p:cNvGrpSpPr/>
          <p:nvPr/>
        </p:nvGrpSpPr>
        <p:grpSpPr>
          <a:xfrm>
            <a:off x="6399343" y="5017659"/>
            <a:ext cx="2532725" cy="2509000"/>
            <a:chOff x="7221517" y="-507956"/>
            <a:chExt cx="2532725" cy="1881750"/>
          </a:xfrm>
        </p:grpSpPr>
        <p:sp>
          <p:nvSpPr>
            <p:cNvPr id="738" name="Google Shape;738;p19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9" name="Google Shape;739;p19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0" name="Google Shape;740;p19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1" name="Google Shape;741;p19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2" name="Google Shape;742;p19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3" name="Google Shape;743;p19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4" name="Google Shape;744;p19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5" name="Google Shape;745;p19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6" name="Google Shape;746;p19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7" name="Google Shape;747;p19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17378429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0"/>
          <p:cNvSpPr txBox="1">
            <a:spLocks noGrp="1"/>
          </p:cNvSpPr>
          <p:nvPr>
            <p:ph type="title"/>
          </p:nvPr>
        </p:nvSpPr>
        <p:spPr>
          <a:xfrm>
            <a:off x="720000" y="719333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50" name="Google Shape;750;p20"/>
          <p:cNvSpPr txBox="1">
            <a:spLocks noGrp="1"/>
          </p:cNvSpPr>
          <p:nvPr>
            <p:ph type="subTitle" idx="1"/>
          </p:nvPr>
        </p:nvSpPr>
        <p:spPr>
          <a:xfrm>
            <a:off x="4236935" y="4612296"/>
            <a:ext cx="2505600" cy="6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1" name="Google Shape;751;p20"/>
          <p:cNvSpPr txBox="1">
            <a:spLocks noGrp="1"/>
          </p:cNvSpPr>
          <p:nvPr>
            <p:ph type="subTitle" idx="2"/>
          </p:nvPr>
        </p:nvSpPr>
        <p:spPr>
          <a:xfrm>
            <a:off x="2401463" y="2740863"/>
            <a:ext cx="2505600" cy="6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2" name="Google Shape;752;p20"/>
          <p:cNvSpPr txBox="1">
            <a:spLocks noGrp="1"/>
          </p:cNvSpPr>
          <p:nvPr>
            <p:ph type="subTitle" idx="3"/>
          </p:nvPr>
        </p:nvSpPr>
        <p:spPr>
          <a:xfrm>
            <a:off x="2401463" y="2131267"/>
            <a:ext cx="2505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3" name="Google Shape;753;p20"/>
          <p:cNvSpPr txBox="1">
            <a:spLocks noGrp="1"/>
          </p:cNvSpPr>
          <p:nvPr>
            <p:ph type="subTitle" idx="4"/>
          </p:nvPr>
        </p:nvSpPr>
        <p:spPr>
          <a:xfrm>
            <a:off x="4236938" y="4002700"/>
            <a:ext cx="2505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754" name="Google Shape;754;p20"/>
          <p:cNvGrpSpPr/>
          <p:nvPr/>
        </p:nvGrpSpPr>
        <p:grpSpPr>
          <a:xfrm rot="-121718">
            <a:off x="7509504" y="-498783"/>
            <a:ext cx="1961826" cy="3200059"/>
            <a:chOff x="108580" y="3135490"/>
            <a:chExt cx="1961773" cy="2399979"/>
          </a:xfrm>
        </p:grpSpPr>
        <p:sp>
          <p:nvSpPr>
            <p:cNvPr id="755" name="Google Shape;755;p20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56" name="Google Shape;756;p20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57" name="Google Shape;757;p20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58" name="Google Shape;758;p20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grpSp>
          <p:nvGrpSpPr>
            <p:cNvPr id="759" name="Google Shape;759;p20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60" name="Google Shape;760;p20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1" name="Google Shape;761;p20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2" name="Google Shape;762;p20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3" name="Google Shape;763;p20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4" name="Google Shape;764;p20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5" name="Google Shape;765;p20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6" name="Google Shape;766;p20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7" name="Google Shape;767;p20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8" name="Google Shape;768;p20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  <p:grpSp>
        <p:nvGrpSpPr>
          <p:cNvPr id="769" name="Google Shape;769;p20"/>
          <p:cNvGrpSpPr/>
          <p:nvPr/>
        </p:nvGrpSpPr>
        <p:grpSpPr>
          <a:xfrm rot="-121718">
            <a:off x="-186696" y="4428817"/>
            <a:ext cx="1961826" cy="3200059"/>
            <a:chOff x="108580" y="3135490"/>
            <a:chExt cx="1961773" cy="2399979"/>
          </a:xfrm>
        </p:grpSpPr>
        <p:sp>
          <p:nvSpPr>
            <p:cNvPr id="770" name="Google Shape;770;p20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71" name="Google Shape;771;p20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72" name="Google Shape;772;p20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73" name="Google Shape;773;p20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grpSp>
          <p:nvGrpSpPr>
            <p:cNvPr id="774" name="Google Shape;774;p20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75" name="Google Shape;775;p20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6" name="Google Shape;776;p20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7" name="Google Shape;777;p20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8" name="Google Shape;778;p20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9" name="Google Shape;779;p20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0" name="Google Shape;780;p20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1" name="Google Shape;781;p20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2" name="Google Shape;782;p20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3" name="Google Shape;783;p20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590108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1"/>
          <p:cNvSpPr txBox="1">
            <a:spLocks noGrp="1"/>
          </p:cNvSpPr>
          <p:nvPr>
            <p:ph type="title"/>
          </p:nvPr>
        </p:nvSpPr>
        <p:spPr>
          <a:xfrm>
            <a:off x="720000" y="719333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6" name="Google Shape;786;p21"/>
          <p:cNvSpPr txBox="1">
            <a:spLocks noGrp="1"/>
          </p:cNvSpPr>
          <p:nvPr>
            <p:ph type="subTitle" idx="1"/>
          </p:nvPr>
        </p:nvSpPr>
        <p:spPr>
          <a:xfrm>
            <a:off x="5046298" y="2095500"/>
            <a:ext cx="3383400" cy="37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◆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7" name="Google Shape;787;p21"/>
          <p:cNvSpPr txBox="1">
            <a:spLocks noGrp="1"/>
          </p:cNvSpPr>
          <p:nvPr>
            <p:ph type="subTitle" idx="2"/>
          </p:nvPr>
        </p:nvSpPr>
        <p:spPr>
          <a:xfrm>
            <a:off x="714475" y="2095500"/>
            <a:ext cx="3383400" cy="37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◆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788" name="Google Shape;788;p21"/>
          <p:cNvGrpSpPr/>
          <p:nvPr/>
        </p:nvGrpSpPr>
        <p:grpSpPr>
          <a:xfrm>
            <a:off x="7488218" y="-677275"/>
            <a:ext cx="2532725" cy="2509000"/>
            <a:chOff x="7221517" y="-507956"/>
            <a:chExt cx="2532725" cy="1881750"/>
          </a:xfrm>
        </p:grpSpPr>
        <p:sp>
          <p:nvSpPr>
            <p:cNvPr id="789" name="Google Shape;789;p21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0" name="Google Shape;790;p21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1" name="Google Shape;791;p21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2" name="Google Shape;792;p21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3" name="Google Shape;793;p21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4" name="Google Shape;794;p21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5" name="Google Shape;795;p21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6" name="Google Shape;796;p21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7" name="Google Shape;797;p21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8" name="Google Shape;798;p21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799" name="Google Shape;799;p21"/>
          <p:cNvGrpSpPr/>
          <p:nvPr/>
        </p:nvGrpSpPr>
        <p:grpSpPr>
          <a:xfrm flipH="1">
            <a:off x="-969983" y="-677275"/>
            <a:ext cx="2532725" cy="2509000"/>
            <a:chOff x="7221517" y="-507956"/>
            <a:chExt cx="2532725" cy="1881750"/>
          </a:xfrm>
        </p:grpSpPr>
        <p:sp>
          <p:nvSpPr>
            <p:cNvPr id="800" name="Google Shape;800;p21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1" name="Google Shape;801;p21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2" name="Google Shape;802;p21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3" name="Google Shape;803;p21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4" name="Google Shape;804;p21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5" name="Google Shape;805;p21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6" name="Google Shape;806;p21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7" name="Google Shape;807;p21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8" name="Google Shape;808;p21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9" name="Google Shape;809;p21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8389669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23"/>
          <p:cNvSpPr txBox="1">
            <a:spLocks noGrp="1"/>
          </p:cNvSpPr>
          <p:nvPr>
            <p:ph type="title"/>
          </p:nvPr>
        </p:nvSpPr>
        <p:spPr>
          <a:xfrm>
            <a:off x="720000" y="719333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2" name="Google Shape;842;p23"/>
          <p:cNvSpPr txBox="1">
            <a:spLocks noGrp="1"/>
          </p:cNvSpPr>
          <p:nvPr>
            <p:ph type="subTitle" idx="1"/>
          </p:nvPr>
        </p:nvSpPr>
        <p:spPr>
          <a:xfrm>
            <a:off x="1755325" y="2939700"/>
            <a:ext cx="2595000" cy="6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3" name="Google Shape;843;p23"/>
          <p:cNvSpPr txBox="1">
            <a:spLocks noGrp="1"/>
          </p:cNvSpPr>
          <p:nvPr>
            <p:ph type="subTitle" idx="2"/>
          </p:nvPr>
        </p:nvSpPr>
        <p:spPr>
          <a:xfrm>
            <a:off x="4793684" y="2939700"/>
            <a:ext cx="2595000" cy="6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4" name="Google Shape;844;p23"/>
          <p:cNvSpPr txBox="1">
            <a:spLocks noGrp="1"/>
          </p:cNvSpPr>
          <p:nvPr>
            <p:ph type="subTitle" idx="3"/>
          </p:nvPr>
        </p:nvSpPr>
        <p:spPr>
          <a:xfrm>
            <a:off x="1755325" y="4850900"/>
            <a:ext cx="2595000" cy="6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5" name="Google Shape;845;p23"/>
          <p:cNvSpPr txBox="1">
            <a:spLocks noGrp="1"/>
          </p:cNvSpPr>
          <p:nvPr>
            <p:ph type="subTitle" idx="4"/>
          </p:nvPr>
        </p:nvSpPr>
        <p:spPr>
          <a:xfrm>
            <a:off x="4793684" y="4850900"/>
            <a:ext cx="2595000" cy="6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6" name="Google Shape;846;p23"/>
          <p:cNvSpPr txBox="1">
            <a:spLocks noGrp="1"/>
          </p:cNvSpPr>
          <p:nvPr>
            <p:ph type="subTitle" idx="5"/>
          </p:nvPr>
        </p:nvSpPr>
        <p:spPr>
          <a:xfrm>
            <a:off x="1755325" y="2330100"/>
            <a:ext cx="2595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7" name="Google Shape;847;p23"/>
          <p:cNvSpPr txBox="1">
            <a:spLocks noGrp="1"/>
          </p:cNvSpPr>
          <p:nvPr>
            <p:ph type="subTitle" idx="6"/>
          </p:nvPr>
        </p:nvSpPr>
        <p:spPr>
          <a:xfrm>
            <a:off x="1755325" y="4241300"/>
            <a:ext cx="2595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8" name="Google Shape;848;p23"/>
          <p:cNvSpPr txBox="1">
            <a:spLocks noGrp="1"/>
          </p:cNvSpPr>
          <p:nvPr>
            <p:ph type="subTitle" idx="7"/>
          </p:nvPr>
        </p:nvSpPr>
        <p:spPr>
          <a:xfrm>
            <a:off x="4793680" y="2330100"/>
            <a:ext cx="2595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9" name="Google Shape;849;p23"/>
          <p:cNvSpPr txBox="1">
            <a:spLocks noGrp="1"/>
          </p:cNvSpPr>
          <p:nvPr>
            <p:ph type="subTitle" idx="8"/>
          </p:nvPr>
        </p:nvSpPr>
        <p:spPr>
          <a:xfrm>
            <a:off x="4793680" y="4241300"/>
            <a:ext cx="2595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850" name="Google Shape;850;p23"/>
          <p:cNvGrpSpPr/>
          <p:nvPr/>
        </p:nvGrpSpPr>
        <p:grpSpPr>
          <a:xfrm flipH="1">
            <a:off x="-884258" y="-677275"/>
            <a:ext cx="2532725" cy="2509000"/>
            <a:chOff x="7221517" y="-507956"/>
            <a:chExt cx="2532725" cy="1881750"/>
          </a:xfrm>
        </p:grpSpPr>
        <p:sp>
          <p:nvSpPr>
            <p:cNvPr id="851" name="Google Shape;851;p23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2" name="Google Shape;852;p23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3" name="Google Shape;853;p23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4" name="Google Shape;854;p23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5" name="Google Shape;855;p23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6" name="Google Shape;856;p23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7" name="Google Shape;857;p23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8" name="Google Shape;858;p23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9" name="Google Shape;859;p23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60" name="Google Shape;860;p23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861" name="Google Shape;861;p23"/>
          <p:cNvGrpSpPr/>
          <p:nvPr/>
        </p:nvGrpSpPr>
        <p:grpSpPr>
          <a:xfrm flipH="1">
            <a:off x="7421543" y="5456825"/>
            <a:ext cx="2532725" cy="2509000"/>
            <a:chOff x="7221517" y="-507956"/>
            <a:chExt cx="2532725" cy="1881750"/>
          </a:xfrm>
        </p:grpSpPr>
        <p:sp>
          <p:nvSpPr>
            <p:cNvPr id="862" name="Google Shape;862;p23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63" name="Google Shape;863;p23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64" name="Google Shape;864;p23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65" name="Google Shape;865;p23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66" name="Google Shape;866;p23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67" name="Google Shape;867;p23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68" name="Google Shape;868;p23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69" name="Google Shape;869;p23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0" name="Google Shape;870;p23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1" name="Google Shape;871;p23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1134865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24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7595262" y="-581401"/>
            <a:ext cx="1857374" cy="2387599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4"/>
          <p:cNvSpPr txBox="1">
            <a:spLocks noGrp="1"/>
          </p:cNvSpPr>
          <p:nvPr>
            <p:ph type="title"/>
          </p:nvPr>
        </p:nvSpPr>
        <p:spPr>
          <a:xfrm>
            <a:off x="720000" y="719333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75" name="Google Shape;875;p24"/>
          <p:cNvSpPr txBox="1">
            <a:spLocks noGrp="1"/>
          </p:cNvSpPr>
          <p:nvPr>
            <p:ph type="subTitle" idx="1"/>
          </p:nvPr>
        </p:nvSpPr>
        <p:spPr>
          <a:xfrm>
            <a:off x="1110205" y="2924233"/>
            <a:ext cx="1986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6" name="Google Shape;876;p24"/>
          <p:cNvSpPr txBox="1">
            <a:spLocks noGrp="1"/>
          </p:cNvSpPr>
          <p:nvPr>
            <p:ph type="subTitle" idx="2"/>
          </p:nvPr>
        </p:nvSpPr>
        <p:spPr>
          <a:xfrm>
            <a:off x="3580050" y="2924233"/>
            <a:ext cx="1986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7" name="Google Shape;877;p24"/>
          <p:cNvSpPr txBox="1">
            <a:spLocks noGrp="1"/>
          </p:cNvSpPr>
          <p:nvPr>
            <p:ph type="subTitle" idx="3"/>
          </p:nvPr>
        </p:nvSpPr>
        <p:spPr>
          <a:xfrm>
            <a:off x="1110205" y="4937033"/>
            <a:ext cx="1986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8" name="Google Shape;878;p24"/>
          <p:cNvSpPr txBox="1">
            <a:spLocks noGrp="1"/>
          </p:cNvSpPr>
          <p:nvPr>
            <p:ph type="subTitle" idx="4"/>
          </p:nvPr>
        </p:nvSpPr>
        <p:spPr>
          <a:xfrm>
            <a:off x="3580050" y="4937033"/>
            <a:ext cx="1986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9" name="Google Shape;879;p24"/>
          <p:cNvSpPr txBox="1">
            <a:spLocks noGrp="1"/>
          </p:cNvSpPr>
          <p:nvPr>
            <p:ph type="subTitle" idx="5"/>
          </p:nvPr>
        </p:nvSpPr>
        <p:spPr>
          <a:xfrm>
            <a:off x="6049895" y="2924233"/>
            <a:ext cx="1986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80" name="Google Shape;880;p24"/>
          <p:cNvSpPr txBox="1">
            <a:spLocks noGrp="1"/>
          </p:cNvSpPr>
          <p:nvPr>
            <p:ph type="subTitle" idx="6"/>
          </p:nvPr>
        </p:nvSpPr>
        <p:spPr>
          <a:xfrm>
            <a:off x="6049895" y="4937033"/>
            <a:ext cx="1986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81" name="Google Shape;881;p24"/>
          <p:cNvSpPr txBox="1">
            <a:spLocks noGrp="1"/>
          </p:cNvSpPr>
          <p:nvPr>
            <p:ph type="subTitle" idx="7"/>
          </p:nvPr>
        </p:nvSpPr>
        <p:spPr>
          <a:xfrm>
            <a:off x="1111105" y="2314617"/>
            <a:ext cx="19842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82" name="Google Shape;882;p24"/>
          <p:cNvSpPr txBox="1">
            <a:spLocks noGrp="1"/>
          </p:cNvSpPr>
          <p:nvPr>
            <p:ph type="subTitle" idx="8"/>
          </p:nvPr>
        </p:nvSpPr>
        <p:spPr>
          <a:xfrm>
            <a:off x="3580950" y="2314617"/>
            <a:ext cx="19842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83" name="Google Shape;883;p24"/>
          <p:cNvSpPr txBox="1">
            <a:spLocks noGrp="1"/>
          </p:cNvSpPr>
          <p:nvPr>
            <p:ph type="subTitle" idx="9"/>
          </p:nvPr>
        </p:nvSpPr>
        <p:spPr>
          <a:xfrm>
            <a:off x="6050795" y="2314617"/>
            <a:ext cx="19842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84" name="Google Shape;884;p24"/>
          <p:cNvSpPr txBox="1">
            <a:spLocks noGrp="1"/>
          </p:cNvSpPr>
          <p:nvPr>
            <p:ph type="subTitle" idx="13"/>
          </p:nvPr>
        </p:nvSpPr>
        <p:spPr>
          <a:xfrm>
            <a:off x="1111105" y="4327433"/>
            <a:ext cx="19842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85" name="Google Shape;885;p24"/>
          <p:cNvSpPr txBox="1">
            <a:spLocks noGrp="1"/>
          </p:cNvSpPr>
          <p:nvPr>
            <p:ph type="subTitle" idx="14"/>
          </p:nvPr>
        </p:nvSpPr>
        <p:spPr>
          <a:xfrm>
            <a:off x="3580950" y="4327433"/>
            <a:ext cx="19842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86" name="Google Shape;886;p24"/>
          <p:cNvSpPr txBox="1">
            <a:spLocks noGrp="1"/>
          </p:cNvSpPr>
          <p:nvPr>
            <p:ph type="subTitle" idx="15"/>
          </p:nvPr>
        </p:nvSpPr>
        <p:spPr>
          <a:xfrm>
            <a:off x="6050795" y="4327433"/>
            <a:ext cx="19842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887" name="Google Shape;887;p24"/>
          <p:cNvGrpSpPr/>
          <p:nvPr/>
        </p:nvGrpSpPr>
        <p:grpSpPr>
          <a:xfrm flipH="1">
            <a:off x="-884258" y="-677275"/>
            <a:ext cx="2532725" cy="2509000"/>
            <a:chOff x="7221517" y="-507956"/>
            <a:chExt cx="2532725" cy="1881750"/>
          </a:xfrm>
        </p:grpSpPr>
        <p:sp>
          <p:nvSpPr>
            <p:cNvPr id="888" name="Google Shape;888;p24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89" name="Google Shape;889;p24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0" name="Google Shape;890;p24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1" name="Google Shape;891;p24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2" name="Google Shape;892;p24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3" name="Google Shape;893;p24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4" name="Google Shape;894;p24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5" name="Google Shape;895;p24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6" name="Google Shape;896;p24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7" name="Google Shape;897;p24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898" name="Google Shape;898;p24"/>
          <p:cNvGrpSpPr/>
          <p:nvPr/>
        </p:nvGrpSpPr>
        <p:grpSpPr>
          <a:xfrm flipH="1">
            <a:off x="7421543" y="5456825"/>
            <a:ext cx="2532725" cy="2509000"/>
            <a:chOff x="7221517" y="-507956"/>
            <a:chExt cx="2532725" cy="1881750"/>
          </a:xfrm>
        </p:grpSpPr>
        <p:sp>
          <p:nvSpPr>
            <p:cNvPr id="899" name="Google Shape;899;p24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0" name="Google Shape;900;p24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1" name="Google Shape;901;p24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2" name="Google Shape;902;p24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3" name="Google Shape;903;p24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4" name="Google Shape;904;p24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5" name="Google Shape;905;p24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6" name="Google Shape;906;p24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7" name="Google Shape;907;p24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8" name="Google Shape;908;p24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1212256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25"/>
          <p:cNvSpPr txBox="1">
            <a:spLocks noGrp="1"/>
          </p:cNvSpPr>
          <p:nvPr>
            <p:ph type="title"/>
          </p:nvPr>
        </p:nvSpPr>
        <p:spPr>
          <a:xfrm>
            <a:off x="713225" y="719333"/>
            <a:ext cx="77175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911" name="Google Shape;911;p25"/>
          <p:cNvGrpSpPr/>
          <p:nvPr/>
        </p:nvGrpSpPr>
        <p:grpSpPr>
          <a:xfrm>
            <a:off x="7488218" y="-677275"/>
            <a:ext cx="2532725" cy="2509000"/>
            <a:chOff x="7221517" y="-507956"/>
            <a:chExt cx="2532725" cy="1881750"/>
          </a:xfrm>
        </p:grpSpPr>
        <p:sp>
          <p:nvSpPr>
            <p:cNvPr id="912" name="Google Shape;912;p2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13" name="Google Shape;913;p2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14" name="Google Shape;914;p2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15" name="Google Shape;915;p2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16" name="Google Shape;916;p2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17" name="Google Shape;917;p2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18" name="Google Shape;918;p2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19" name="Google Shape;919;p2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0" name="Google Shape;920;p2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1" name="Google Shape;921;p2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1651218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6"/>
          <p:cNvSpPr txBox="1">
            <a:spLocks noGrp="1"/>
          </p:cNvSpPr>
          <p:nvPr>
            <p:ph type="title"/>
          </p:nvPr>
        </p:nvSpPr>
        <p:spPr>
          <a:xfrm>
            <a:off x="713225" y="719333"/>
            <a:ext cx="77175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924" name="Google Shape;924;p26"/>
          <p:cNvGrpSpPr/>
          <p:nvPr/>
        </p:nvGrpSpPr>
        <p:grpSpPr>
          <a:xfrm rot="10800000">
            <a:off x="7221518" y="-1789675"/>
            <a:ext cx="2532725" cy="2509000"/>
            <a:chOff x="7221517" y="-507956"/>
            <a:chExt cx="2532725" cy="1881750"/>
          </a:xfrm>
        </p:grpSpPr>
        <p:sp>
          <p:nvSpPr>
            <p:cNvPr id="925" name="Google Shape;925;p26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6" name="Google Shape;926;p26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7" name="Google Shape;927;p26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8" name="Google Shape;928;p26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9" name="Google Shape;929;p26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0" name="Google Shape;930;p26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1" name="Google Shape;931;p26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2" name="Google Shape;932;p26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3" name="Google Shape;933;p26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4" name="Google Shape;934;p26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935" name="Google Shape;935;p26"/>
          <p:cNvGrpSpPr/>
          <p:nvPr/>
        </p:nvGrpSpPr>
        <p:grpSpPr>
          <a:xfrm rot="10800000" flipH="1">
            <a:off x="-465158" y="-1789675"/>
            <a:ext cx="2532725" cy="2509000"/>
            <a:chOff x="7221517" y="-507956"/>
            <a:chExt cx="2532725" cy="1881750"/>
          </a:xfrm>
        </p:grpSpPr>
        <p:sp>
          <p:nvSpPr>
            <p:cNvPr id="936" name="Google Shape;936;p26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7" name="Google Shape;937;p26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8" name="Google Shape;938;p26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9" name="Google Shape;939;p26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40" name="Google Shape;940;p26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41" name="Google Shape;941;p26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42" name="Google Shape;942;p26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43" name="Google Shape;943;p26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44" name="Google Shape;944;p26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45" name="Google Shape;945;p26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6539439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27"/>
          <p:cNvSpPr txBox="1">
            <a:spLocks noGrp="1"/>
          </p:cNvSpPr>
          <p:nvPr>
            <p:ph type="title" hasCustomPrompt="1"/>
          </p:nvPr>
        </p:nvSpPr>
        <p:spPr>
          <a:xfrm>
            <a:off x="713213" y="893633"/>
            <a:ext cx="4696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8" name="Google Shape;948;p27"/>
          <p:cNvSpPr txBox="1">
            <a:spLocks noGrp="1"/>
          </p:cNvSpPr>
          <p:nvPr>
            <p:ph type="subTitle" idx="1"/>
          </p:nvPr>
        </p:nvSpPr>
        <p:spPr>
          <a:xfrm>
            <a:off x="713213" y="1918836"/>
            <a:ext cx="4696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49" name="Google Shape;949;p27"/>
          <p:cNvSpPr txBox="1">
            <a:spLocks noGrp="1"/>
          </p:cNvSpPr>
          <p:nvPr>
            <p:ph type="title" idx="2" hasCustomPrompt="1"/>
          </p:nvPr>
        </p:nvSpPr>
        <p:spPr>
          <a:xfrm>
            <a:off x="3733963" y="2759733"/>
            <a:ext cx="4696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0" name="Google Shape;950;p27"/>
          <p:cNvSpPr txBox="1">
            <a:spLocks noGrp="1"/>
          </p:cNvSpPr>
          <p:nvPr>
            <p:ph type="subTitle" idx="3"/>
          </p:nvPr>
        </p:nvSpPr>
        <p:spPr>
          <a:xfrm>
            <a:off x="3733963" y="3784944"/>
            <a:ext cx="4696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1" name="Google Shape;951;p27"/>
          <p:cNvSpPr txBox="1">
            <a:spLocks noGrp="1"/>
          </p:cNvSpPr>
          <p:nvPr>
            <p:ph type="title" idx="4" hasCustomPrompt="1"/>
          </p:nvPr>
        </p:nvSpPr>
        <p:spPr>
          <a:xfrm>
            <a:off x="713213" y="4625833"/>
            <a:ext cx="4696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2" name="Google Shape;952;p27"/>
          <p:cNvSpPr txBox="1">
            <a:spLocks noGrp="1"/>
          </p:cNvSpPr>
          <p:nvPr>
            <p:ph type="subTitle" idx="5"/>
          </p:nvPr>
        </p:nvSpPr>
        <p:spPr>
          <a:xfrm>
            <a:off x="713213" y="5651053"/>
            <a:ext cx="4696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953" name="Google Shape;953;p27"/>
          <p:cNvGrpSpPr/>
          <p:nvPr/>
        </p:nvGrpSpPr>
        <p:grpSpPr>
          <a:xfrm rot="10800000">
            <a:off x="6611268" y="4700025"/>
            <a:ext cx="2532725" cy="2509000"/>
            <a:chOff x="7221517" y="-507956"/>
            <a:chExt cx="2532725" cy="1881750"/>
          </a:xfrm>
        </p:grpSpPr>
        <p:sp>
          <p:nvSpPr>
            <p:cNvPr id="954" name="Google Shape;954;p27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5" name="Google Shape;955;p27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6" name="Google Shape;956;p27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7" name="Google Shape;957;p27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8" name="Google Shape;958;p27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9" name="Google Shape;959;p27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0" name="Google Shape;960;p27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1" name="Google Shape;961;p27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2" name="Google Shape;962;p27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3" name="Google Shape;963;p27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964" name="Google Shape;964;p27"/>
          <p:cNvGrpSpPr/>
          <p:nvPr/>
        </p:nvGrpSpPr>
        <p:grpSpPr>
          <a:xfrm>
            <a:off x="7078643" y="-341875"/>
            <a:ext cx="2532725" cy="2509000"/>
            <a:chOff x="7221517" y="-507956"/>
            <a:chExt cx="2532725" cy="1881750"/>
          </a:xfrm>
        </p:grpSpPr>
        <p:sp>
          <p:nvSpPr>
            <p:cNvPr id="965" name="Google Shape;965;p27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6" name="Google Shape;966;p27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7" name="Google Shape;967;p27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8" name="Google Shape;968;p27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9" name="Google Shape;969;p27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70" name="Google Shape;970;p27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71" name="Google Shape;971;p27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72" name="Google Shape;972;p27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73" name="Google Shape;973;p27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74" name="Google Shape;974;p27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8426812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8"/>
          <p:cNvSpPr txBox="1">
            <a:spLocks noGrp="1"/>
          </p:cNvSpPr>
          <p:nvPr>
            <p:ph type="title" hasCustomPrompt="1"/>
          </p:nvPr>
        </p:nvSpPr>
        <p:spPr>
          <a:xfrm>
            <a:off x="1200575" y="3274899"/>
            <a:ext cx="13989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77" name="Google Shape;977;p28"/>
          <p:cNvSpPr txBox="1">
            <a:spLocks noGrp="1"/>
          </p:cNvSpPr>
          <p:nvPr>
            <p:ph type="subTitle" idx="1"/>
          </p:nvPr>
        </p:nvSpPr>
        <p:spPr>
          <a:xfrm>
            <a:off x="713225" y="5083301"/>
            <a:ext cx="2373600" cy="9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78" name="Google Shape;978;p28"/>
          <p:cNvSpPr txBox="1">
            <a:spLocks noGrp="1"/>
          </p:cNvSpPr>
          <p:nvPr>
            <p:ph type="subTitle" idx="2"/>
          </p:nvPr>
        </p:nvSpPr>
        <p:spPr>
          <a:xfrm>
            <a:off x="713225" y="4548179"/>
            <a:ext cx="2373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79" name="Google Shape;979;p28"/>
          <p:cNvSpPr txBox="1">
            <a:spLocks noGrp="1"/>
          </p:cNvSpPr>
          <p:nvPr>
            <p:ph type="title" idx="3" hasCustomPrompt="1"/>
          </p:nvPr>
        </p:nvSpPr>
        <p:spPr>
          <a:xfrm>
            <a:off x="3869735" y="3274899"/>
            <a:ext cx="13977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0" name="Google Shape;980;p28"/>
          <p:cNvSpPr txBox="1">
            <a:spLocks noGrp="1"/>
          </p:cNvSpPr>
          <p:nvPr>
            <p:ph type="subTitle" idx="4"/>
          </p:nvPr>
        </p:nvSpPr>
        <p:spPr>
          <a:xfrm>
            <a:off x="3381787" y="5083301"/>
            <a:ext cx="2373600" cy="9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81" name="Google Shape;981;p28"/>
          <p:cNvSpPr txBox="1">
            <a:spLocks noGrp="1"/>
          </p:cNvSpPr>
          <p:nvPr>
            <p:ph type="subTitle" idx="5"/>
          </p:nvPr>
        </p:nvSpPr>
        <p:spPr>
          <a:xfrm>
            <a:off x="3381785" y="4548179"/>
            <a:ext cx="2373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82" name="Google Shape;982;p28"/>
          <p:cNvSpPr txBox="1">
            <a:spLocks noGrp="1"/>
          </p:cNvSpPr>
          <p:nvPr>
            <p:ph type="title" idx="6" hasCustomPrompt="1"/>
          </p:nvPr>
        </p:nvSpPr>
        <p:spPr>
          <a:xfrm>
            <a:off x="6538296" y="3274899"/>
            <a:ext cx="13977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3" name="Google Shape;983;p28"/>
          <p:cNvSpPr txBox="1">
            <a:spLocks noGrp="1"/>
          </p:cNvSpPr>
          <p:nvPr>
            <p:ph type="subTitle" idx="7"/>
          </p:nvPr>
        </p:nvSpPr>
        <p:spPr>
          <a:xfrm>
            <a:off x="6050349" y="5083301"/>
            <a:ext cx="2373600" cy="9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84" name="Google Shape;984;p28"/>
          <p:cNvSpPr txBox="1">
            <a:spLocks noGrp="1"/>
          </p:cNvSpPr>
          <p:nvPr>
            <p:ph type="subTitle" idx="8"/>
          </p:nvPr>
        </p:nvSpPr>
        <p:spPr>
          <a:xfrm>
            <a:off x="6050346" y="4548179"/>
            <a:ext cx="2373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85" name="Google Shape;985;p28"/>
          <p:cNvSpPr txBox="1">
            <a:spLocks noGrp="1"/>
          </p:cNvSpPr>
          <p:nvPr>
            <p:ph type="title" idx="9"/>
          </p:nvPr>
        </p:nvSpPr>
        <p:spPr>
          <a:xfrm>
            <a:off x="720000" y="719333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986" name="Google Shape;986;p28"/>
          <p:cNvGrpSpPr/>
          <p:nvPr/>
        </p:nvGrpSpPr>
        <p:grpSpPr>
          <a:xfrm rot="-10638711">
            <a:off x="-2374723" y="-461153"/>
            <a:ext cx="3485299" cy="1818028"/>
            <a:chOff x="5000328" y="4413931"/>
            <a:chExt cx="3485298" cy="1363521"/>
          </a:xfrm>
        </p:grpSpPr>
        <p:grpSp>
          <p:nvGrpSpPr>
            <p:cNvPr id="987" name="Google Shape;987;p28"/>
            <p:cNvGrpSpPr/>
            <p:nvPr/>
          </p:nvGrpSpPr>
          <p:grpSpPr>
            <a:xfrm>
              <a:off x="5000328" y="4413931"/>
              <a:ext cx="3485298" cy="1363521"/>
              <a:chOff x="4151828" y="2626856"/>
              <a:chExt cx="3485298" cy="1363521"/>
            </a:xfrm>
          </p:grpSpPr>
          <p:sp>
            <p:nvSpPr>
              <p:cNvPr id="988" name="Google Shape;988;p28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9" name="Google Shape;989;p28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0" name="Google Shape;990;p28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1" name="Google Shape;991;p28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2" name="Google Shape;992;p28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3" name="Google Shape;993;p28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4" name="Google Shape;994;p28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5" name="Google Shape;995;p28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6" name="Google Shape;996;p28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sp>
          <p:nvSpPr>
            <p:cNvPr id="997" name="Google Shape;997;p28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98" name="Google Shape;998;p28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99" name="Google Shape;999;p28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2985835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29"/>
          <p:cNvSpPr txBox="1">
            <a:spLocks noGrp="1"/>
          </p:cNvSpPr>
          <p:nvPr>
            <p:ph type="title"/>
          </p:nvPr>
        </p:nvSpPr>
        <p:spPr>
          <a:xfrm>
            <a:off x="2347938" y="1050400"/>
            <a:ext cx="44481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2" name="Google Shape;1002;p29"/>
          <p:cNvSpPr txBox="1">
            <a:spLocks noGrp="1"/>
          </p:cNvSpPr>
          <p:nvPr>
            <p:ph type="subTitle" idx="1"/>
          </p:nvPr>
        </p:nvSpPr>
        <p:spPr>
          <a:xfrm>
            <a:off x="2347900" y="2462000"/>
            <a:ext cx="4448100" cy="1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3" name="Google Shape;1003;p29"/>
          <p:cNvSpPr txBox="1"/>
          <p:nvPr/>
        </p:nvSpPr>
        <p:spPr>
          <a:xfrm>
            <a:off x="1691450" y="4815933"/>
            <a:ext cx="57609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04" name="Google Shape;1004;p29"/>
          <p:cNvGrpSpPr/>
          <p:nvPr/>
        </p:nvGrpSpPr>
        <p:grpSpPr>
          <a:xfrm>
            <a:off x="7372790" y="1448035"/>
            <a:ext cx="5036265" cy="5484420"/>
            <a:chOff x="4780389" y="2513201"/>
            <a:chExt cx="5036265" cy="4113315"/>
          </a:xfrm>
        </p:grpSpPr>
        <p:grpSp>
          <p:nvGrpSpPr>
            <p:cNvPr id="1005" name="Google Shape;1005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06" name="Google Shape;1006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1007" name="Google Shape;1007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08" name="Google Shape;1008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09" name="Google Shape;1009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10" name="Google Shape;1010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11" name="Google Shape;1011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12" name="Google Shape;1012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13" name="Google Shape;1013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14" name="Google Shape;1014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15" name="Google Shape;1015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16" name="Google Shape;1016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17" name="Google Shape;1017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18" name="Google Shape;1018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19" name="Google Shape;1019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20" name="Google Shape;1020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21" name="Google Shape;1021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22" name="Google Shape;1022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23" name="Google Shape;1023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24" name="Google Shape;1024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25" name="Google Shape;1025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26" name="Google Shape;1026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27" name="Google Shape;1027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28" name="Google Shape;1028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29" name="Google Shape;1029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30" name="Google Shape;1030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31" name="Google Shape;1031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32" name="Google Shape;1032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33" name="Google Shape;1033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34" name="Google Shape;1034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35" name="Google Shape;1035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36" name="Google Shape;1036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</p:grpSp>
            <p:sp>
              <p:nvSpPr>
                <p:cNvPr id="1037" name="Google Shape;1037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038" name="Google Shape;1038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039" name="Google Shape;1039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040" name="Google Shape;1040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041" name="Google Shape;1041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042" name="Google Shape;1042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043" name="Google Shape;1043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044" name="Google Shape;1044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sp>
          <p:nvSpPr>
            <p:cNvPr id="1045" name="Google Shape;1045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46" name="Google Shape;1046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47" name="Google Shape;1047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048" name="Google Shape;1048;p29"/>
          <p:cNvGrpSpPr/>
          <p:nvPr/>
        </p:nvGrpSpPr>
        <p:grpSpPr>
          <a:xfrm>
            <a:off x="-2544736" y="-1267515"/>
            <a:ext cx="5036265" cy="5484420"/>
            <a:chOff x="4780389" y="2513201"/>
            <a:chExt cx="5036265" cy="4113315"/>
          </a:xfrm>
        </p:grpSpPr>
        <p:grpSp>
          <p:nvGrpSpPr>
            <p:cNvPr id="1049" name="Google Shape;1049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0" name="Google Shape;1050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1051" name="Google Shape;1051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52" name="Google Shape;1052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53" name="Google Shape;1053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54" name="Google Shape;1054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55" name="Google Shape;1055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56" name="Google Shape;1056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57" name="Google Shape;1057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58" name="Google Shape;1058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59" name="Google Shape;1059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60" name="Google Shape;1060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61" name="Google Shape;1061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62" name="Google Shape;1062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63" name="Google Shape;1063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64" name="Google Shape;1064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65" name="Google Shape;1065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66" name="Google Shape;1066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67" name="Google Shape;1067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68" name="Google Shape;1068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69" name="Google Shape;1069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70" name="Google Shape;1070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71" name="Google Shape;1071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72" name="Google Shape;1072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73" name="Google Shape;1073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74" name="Google Shape;1074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75" name="Google Shape;1075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76" name="Google Shape;1076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77" name="Google Shape;1077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78" name="Google Shape;1078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79" name="Google Shape;1079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  <p:sp>
                <p:nvSpPr>
                  <p:cNvPr id="1080" name="Google Shape;1080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/>
                  </a:p>
                </p:txBody>
              </p:sp>
            </p:grpSp>
            <p:sp>
              <p:nvSpPr>
                <p:cNvPr id="1081" name="Google Shape;1081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082" name="Google Shape;1082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083" name="Google Shape;1083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084" name="Google Shape;1084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085" name="Google Shape;1085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086" name="Google Shape;1086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087" name="Google Shape;1087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088" name="Google Shape;1088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sp>
          <p:nvSpPr>
            <p:cNvPr id="1089" name="Google Shape;1089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0" name="Google Shape;1090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1" name="Google Shape;1091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8205375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30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7595262" y="-581401"/>
            <a:ext cx="1857374" cy="23875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p30"/>
          <p:cNvGrpSpPr/>
          <p:nvPr/>
        </p:nvGrpSpPr>
        <p:grpSpPr>
          <a:xfrm flipH="1">
            <a:off x="-884258" y="-677275"/>
            <a:ext cx="2532725" cy="2509000"/>
            <a:chOff x="7221517" y="-507956"/>
            <a:chExt cx="2532725" cy="1881750"/>
          </a:xfrm>
        </p:grpSpPr>
        <p:sp>
          <p:nvSpPr>
            <p:cNvPr id="1095" name="Google Shape;1095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6" name="Google Shape;1096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7" name="Google Shape;1097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8" name="Google Shape;1098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9" name="Google Shape;1099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0" name="Google Shape;1100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1" name="Google Shape;1101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2" name="Google Shape;1102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3" name="Google Shape;1103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4" name="Google Shape;1104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105" name="Google Shape;1105;p30"/>
          <p:cNvGrpSpPr/>
          <p:nvPr/>
        </p:nvGrpSpPr>
        <p:grpSpPr>
          <a:xfrm flipH="1">
            <a:off x="7421543" y="5456825"/>
            <a:ext cx="2532725" cy="2509000"/>
            <a:chOff x="7221517" y="-507956"/>
            <a:chExt cx="2532725" cy="1881750"/>
          </a:xfrm>
        </p:grpSpPr>
        <p:sp>
          <p:nvSpPr>
            <p:cNvPr id="1106" name="Google Shape;1106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7" name="Google Shape;1107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8" name="Google Shape;1108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9" name="Google Shape;1109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0" name="Google Shape;1110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1" name="Google Shape;1111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2" name="Google Shape;1112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3" name="Google Shape;1113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4" name="Google Shape;1114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5" name="Google Shape;1115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116" name="Google Shape;1116;p30"/>
          <p:cNvGrpSpPr/>
          <p:nvPr/>
        </p:nvGrpSpPr>
        <p:grpSpPr>
          <a:xfrm>
            <a:off x="1531526" y="6397833"/>
            <a:ext cx="76825" cy="102400"/>
            <a:chOff x="3104875" y="1099400"/>
            <a:chExt cx="76825" cy="76800"/>
          </a:xfrm>
        </p:grpSpPr>
        <p:sp>
          <p:nvSpPr>
            <p:cNvPr id="1117" name="Google Shape;1117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119" name="Google Shape;1119;p30"/>
          <p:cNvGrpSpPr/>
          <p:nvPr/>
        </p:nvGrpSpPr>
        <p:grpSpPr>
          <a:xfrm>
            <a:off x="8745876" y="3377800"/>
            <a:ext cx="76825" cy="102400"/>
            <a:chOff x="3104875" y="1099400"/>
            <a:chExt cx="76825" cy="76800"/>
          </a:xfrm>
        </p:grpSpPr>
        <p:sp>
          <p:nvSpPr>
            <p:cNvPr id="1120" name="Google Shape;1120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122" name="Google Shape;1122;p30"/>
          <p:cNvGrpSpPr/>
          <p:nvPr/>
        </p:nvGrpSpPr>
        <p:grpSpPr>
          <a:xfrm>
            <a:off x="3576601" y="287933"/>
            <a:ext cx="76825" cy="102400"/>
            <a:chOff x="3104875" y="1099400"/>
            <a:chExt cx="76825" cy="76800"/>
          </a:xfrm>
        </p:grpSpPr>
        <p:sp>
          <p:nvSpPr>
            <p:cNvPr id="1123" name="Google Shape;1123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pic>
        <p:nvPicPr>
          <p:cNvPr id="1125" name="Google Shape;1125;p30"/>
          <p:cNvPicPr preferRelativeResize="0"/>
          <p:nvPr/>
        </p:nvPicPr>
        <p:blipFill rotWithShape="1">
          <a:blip r:embed="rId3">
            <a:alphaModFix/>
          </a:blip>
          <a:srcRect l="15236" r="10474"/>
          <a:stretch/>
        </p:blipFill>
        <p:spPr>
          <a:xfrm>
            <a:off x="7421549" y="719346"/>
            <a:ext cx="1552574" cy="18544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4790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8059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9743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34"/>
          <p:cNvSpPr txBox="1">
            <a:spLocks noGrp="1"/>
          </p:cNvSpPr>
          <p:nvPr>
            <p:ph type="title"/>
          </p:nvPr>
        </p:nvSpPr>
        <p:spPr>
          <a:xfrm>
            <a:off x="716775" y="681200"/>
            <a:ext cx="77106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13994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719333"/>
            <a:ext cx="77175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Black"/>
              <a:buNone/>
              <a:defRPr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536633"/>
            <a:ext cx="77175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◆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99538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  <p:sldLayoutId id="2147483901" r:id="rId12"/>
    <p:sldLayoutId id="2147483902" r:id="rId13"/>
    <p:sldLayoutId id="2147483903" r:id="rId14"/>
    <p:sldLayoutId id="2147483904" r:id="rId15"/>
    <p:sldLayoutId id="2147483905" r:id="rId16"/>
    <p:sldLayoutId id="2147483906" r:id="rId17"/>
    <p:sldLayoutId id="2147483907" r:id="rId18"/>
    <p:sldLayoutId id="2147483908" r:id="rId19"/>
    <p:sldLayoutId id="2147483910" r:id="rId20"/>
    <p:sldLayoutId id="2147483911" r:id="rId21"/>
    <p:sldLayoutId id="2147483912" r:id="rId22"/>
    <p:sldLayoutId id="2147483913" r:id="rId23"/>
    <p:sldLayoutId id="2147483914" r:id="rId24"/>
    <p:sldLayoutId id="2147483915" r:id="rId25"/>
    <p:sldLayoutId id="2147483916" r:id="rId26"/>
    <p:sldLayoutId id="2147483917" r:id="rId27"/>
    <p:sldLayoutId id="2147483919" r:id="rId28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32"/>
          <p:cNvSpPr txBox="1">
            <a:spLocks noGrp="1"/>
          </p:cNvSpPr>
          <p:nvPr>
            <p:ph type="title"/>
          </p:nvPr>
        </p:nvSpPr>
        <p:spPr>
          <a:xfrm>
            <a:off x="1068100" y="1244600"/>
            <a:ext cx="70473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231" name="Google Shape;1231;p32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246062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921" r:id="rId1"/>
    <p:sldLayoutId id="2147483922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Diabetes Prediction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sz="18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Objective</a:t>
            </a:r>
            <a:r>
              <a:rPr dirty="0">
                <a:solidFill>
                  <a:schemeClr val="bg1">
                    <a:lumMod val="50000"/>
                    <a:lumOff val="50000"/>
                  </a:schemeClr>
                </a:solidFill>
              </a:rPr>
              <a:t>:</a:t>
            </a:r>
            <a:r>
              <a:rPr lang="en-IN" dirty="0">
                <a:solidFill>
                  <a:schemeClr val="bg1">
                    <a:lumMod val="50000"/>
                    <a:lumOff val="50000"/>
                  </a:schemeClr>
                </a:solidFill>
              </a:rPr>
              <a:t>	</a:t>
            </a:r>
            <a:r>
              <a:rPr dirty="0"/>
              <a:t>Predict diabetes using multiple machine learning models.</a:t>
            </a:r>
            <a:endParaRPr lang="en-IN" dirty="0"/>
          </a:p>
          <a:p>
            <a:pPr marL="139700" indent="0">
              <a:buNone/>
            </a:pPr>
            <a:endParaRPr lang="en-IN" dirty="0"/>
          </a:p>
          <a:p>
            <a:r>
              <a:rPr sz="18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Focus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   </a:t>
            </a:r>
            <a:r>
              <a:rPr dirty="0"/>
              <a:t>Data preprocessing, exploratory analysis, and model evaluation.</a:t>
            </a:r>
            <a:endParaRPr lang="en-IN" dirty="0"/>
          </a:p>
          <a:p>
            <a:pPr marL="139700" indent="0">
              <a:buNone/>
            </a:pPr>
            <a:endParaRPr dirty="0"/>
          </a:p>
          <a:p>
            <a:r>
              <a:rPr sz="18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Models </a:t>
            </a:r>
            <a:r>
              <a:rPr sz="1800" dirty="0">
                <a:solidFill>
                  <a:srgbClr val="2388D4"/>
                </a:solidFill>
              </a:rPr>
              <a:t>Evaluated:</a:t>
            </a:r>
            <a:r>
              <a:rPr lang="en-US" sz="1800" dirty="0">
                <a:solidFill>
                  <a:srgbClr val="2388D4"/>
                </a:solidFill>
              </a:rPr>
              <a:t>	</a:t>
            </a:r>
            <a:r>
              <a:rPr dirty="0"/>
              <a:t>Logistic Regression, Decision Tree, Random Forest, </a:t>
            </a:r>
            <a:r>
              <a:rPr lang="en-US" dirty="0"/>
              <a:t>                   </a:t>
            </a:r>
            <a:r>
              <a:rPr dirty="0"/>
              <a:t>SVM, and KN</a:t>
            </a:r>
            <a:r>
              <a:rPr lang="en-IN" dirty="0"/>
              <a:t>N.</a:t>
            </a:r>
          </a:p>
          <a:p>
            <a:endParaRPr dirty="0"/>
          </a:p>
          <a:p>
            <a:r>
              <a:rPr sz="18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Key Results:</a:t>
            </a:r>
            <a:r>
              <a:rPr lang="en-IN" sz="18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  </a:t>
            </a:r>
            <a:r>
              <a:rPr dirty="0"/>
              <a:t>Random Forest achieved the highest accuracy among all models.</a:t>
            </a:r>
          </a:p>
        </p:txBody>
      </p:sp>
      <p:pic>
        <p:nvPicPr>
          <p:cNvPr id="4" name="Google Shape;1295;p37">
            <a:extLst>
              <a:ext uri="{FF2B5EF4-FFF2-40B4-BE49-F238E27FC236}">
                <a16:creationId xmlns:a16="http://schemas.microsoft.com/office/drawing/2014/main" id="{E571DE07-82A1-46A1-0262-561C2E76BC5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8647" t="7960" r="8852" b="8336"/>
          <a:stretch/>
        </p:blipFill>
        <p:spPr>
          <a:xfrm rot="-9296825">
            <a:off x="7261373" y="109212"/>
            <a:ext cx="1647828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78;p39">
            <a:extLst>
              <a:ext uri="{FF2B5EF4-FFF2-40B4-BE49-F238E27FC236}">
                <a16:creationId xmlns:a16="http://schemas.microsoft.com/office/drawing/2014/main" id="{2C62C282-C118-B21A-9966-5885E31DC2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1203247">
            <a:off x="2994788" y="674227"/>
            <a:ext cx="903665" cy="85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385;p40">
            <a:extLst>
              <a:ext uri="{FF2B5EF4-FFF2-40B4-BE49-F238E27FC236}">
                <a16:creationId xmlns:a16="http://schemas.microsoft.com/office/drawing/2014/main" id="{0145FDA2-B253-0E65-7784-8E680B9E3F2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4331" t="5721" r="23342" b="4591"/>
          <a:stretch/>
        </p:blipFill>
        <p:spPr>
          <a:xfrm rot="2268302">
            <a:off x="232937" y="489362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378;p39">
            <a:extLst>
              <a:ext uri="{FF2B5EF4-FFF2-40B4-BE49-F238E27FC236}">
                <a16:creationId xmlns:a16="http://schemas.microsoft.com/office/drawing/2014/main" id="{E98FCC26-EBCA-3C28-5754-908199A546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1203247">
            <a:off x="1421550" y="5595882"/>
            <a:ext cx="903665" cy="853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heel spokes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270" y="1713614"/>
            <a:ext cx="5530259" cy="4555200"/>
          </a:xfrm>
        </p:spPr>
        <p:txBody>
          <a:bodyPr/>
          <a:lstStyle/>
          <a:p>
            <a:endParaRPr dirty="0"/>
          </a:p>
          <a:p>
            <a:r>
              <a:rPr sz="2400" dirty="0"/>
              <a:t>Diabetes is a chronic disease impacting millions globally.</a:t>
            </a:r>
          </a:p>
          <a:p>
            <a:r>
              <a:rPr sz="2400" dirty="0"/>
              <a:t>Timely detection and prediction can improve treatment outcomes.</a:t>
            </a:r>
          </a:p>
          <a:p>
            <a:r>
              <a:rPr sz="2400" dirty="0"/>
              <a:t>Machine learning techniques help analyze large datasets for accurate predictions.</a:t>
            </a:r>
          </a:p>
        </p:txBody>
      </p:sp>
      <p:pic>
        <p:nvPicPr>
          <p:cNvPr id="5" name="Google Shape;1378;p39">
            <a:extLst>
              <a:ext uri="{FF2B5EF4-FFF2-40B4-BE49-F238E27FC236}">
                <a16:creationId xmlns:a16="http://schemas.microsoft.com/office/drawing/2014/main" id="{648A4D89-5EE9-D54F-F46B-07EC0B23789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009" r="18455"/>
          <a:stretch/>
        </p:blipFill>
        <p:spPr>
          <a:xfrm rot="1203247">
            <a:off x="7912229" y="3946308"/>
            <a:ext cx="903665" cy="85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C66C0B-8E14-598C-BA09-CEF7AC3A4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681" y="562388"/>
            <a:ext cx="3268207" cy="1841090"/>
          </a:xfrm>
          <a:prstGeom prst="rect">
            <a:avLst/>
          </a:prstGeom>
        </p:spPr>
      </p:pic>
    </p:spTree>
  </p:cSld>
  <p:clrMapOvr>
    <a:masterClrMapping/>
  </p:clrMapOvr>
  <p:transition spd="slow"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Overview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26" y="1279155"/>
            <a:ext cx="7717500" cy="4555200"/>
          </a:xfrm>
        </p:spPr>
        <p:txBody>
          <a:bodyPr/>
          <a:lstStyle/>
          <a:p>
            <a:endParaRPr dirty="0"/>
          </a:p>
          <a:p>
            <a:endParaRPr lang="en-US" sz="2400" dirty="0"/>
          </a:p>
          <a:p>
            <a:r>
              <a:rPr sz="2400" dirty="0"/>
              <a:t>Dataset: Pima Indians Diabetes dataset.</a:t>
            </a:r>
          </a:p>
          <a:p>
            <a:r>
              <a:rPr sz="2400" dirty="0"/>
              <a:t>Features: 8 attributes such as Glucose, BMI, and Age.</a:t>
            </a:r>
          </a:p>
          <a:p>
            <a:r>
              <a:rPr sz="2400" dirty="0"/>
              <a:t>Target: Binary outcome (0: No Diabetes, 1: Diabetes).</a:t>
            </a:r>
          </a:p>
          <a:p>
            <a:r>
              <a:rPr sz="2400" dirty="0"/>
              <a:t>Dataset Source: Publicly available via UCI Machine Learning Repository.</a:t>
            </a:r>
          </a:p>
        </p:txBody>
      </p:sp>
      <p:pic>
        <p:nvPicPr>
          <p:cNvPr id="25" name="Google Shape;3161;p70">
            <a:extLst>
              <a:ext uri="{FF2B5EF4-FFF2-40B4-BE49-F238E27FC236}">
                <a16:creationId xmlns:a16="http://schemas.microsoft.com/office/drawing/2014/main" id="{4C457E53-9720-427F-D203-D0D088B296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4837" b="14844"/>
          <a:stretch/>
        </p:blipFill>
        <p:spPr>
          <a:xfrm>
            <a:off x="6578256" y="4818189"/>
            <a:ext cx="2416140" cy="1880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338" y="546288"/>
            <a:ext cx="7717500" cy="763600"/>
          </a:xfrm>
        </p:spPr>
        <p:txBody>
          <a:bodyPr/>
          <a:lstStyle/>
          <a:p>
            <a:r>
              <a:rPr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48" y="1438310"/>
            <a:ext cx="7037978" cy="4555200"/>
          </a:xfrm>
        </p:spPr>
        <p:txBody>
          <a:bodyPr/>
          <a:lstStyle/>
          <a:p>
            <a:endParaRPr dirty="0"/>
          </a:p>
          <a:p>
            <a:r>
              <a:rPr sz="2800" dirty="0"/>
              <a:t>Replaced invalid zeros in key features with median values (e.g., Glucose, BMI).</a:t>
            </a:r>
          </a:p>
          <a:p>
            <a:r>
              <a:rPr sz="2800" dirty="0"/>
              <a:t>Scaled numerical features using </a:t>
            </a:r>
            <a:r>
              <a:rPr sz="2800" dirty="0" err="1"/>
              <a:t>StandardScaler</a:t>
            </a:r>
            <a:r>
              <a:rPr sz="2800" dirty="0"/>
              <a:t> for consistency.</a:t>
            </a:r>
          </a:p>
          <a:p>
            <a:r>
              <a:rPr sz="2800" dirty="0"/>
              <a:t>Split dataset into training (80%) and testing (20%) subsets.</a:t>
            </a:r>
          </a:p>
        </p:txBody>
      </p:sp>
      <p:pic>
        <p:nvPicPr>
          <p:cNvPr id="4" name="Google Shape;1387;p40">
            <a:extLst>
              <a:ext uri="{FF2B5EF4-FFF2-40B4-BE49-F238E27FC236}">
                <a16:creationId xmlns:a16="http://schemas.microsoft.com/office/drawing/2014/main" id="{6419DE73-9D32-8E0F-4703-2A831030818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5537" t="7152" r="23467" b="5838"/>
          <a:stretch/>
        </p:blipFill>
        <p:spPr>
          <a:xfrm>
            <a:off x="6035249" y="2518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78;p39">
            <a:extLst>
              <a:ext uri="{FF2B5EF4-FFF2-40B4-BE49-F238E27FC236}">
                <a16:creationId xmlns:a16="http://schemas.microsoft.com/office/drawing/2014/main" id="{69B8E9BF-FBDA-1A99-31C9-2155B317A0B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1203247">
            <a:off x="7341403" y="1302241"/>
            <a:ext cx="903665" cy="853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325A23-4739-DC06-A751-389466511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680" y="2689633"/>
            <a:ext cx="3776205" cy="25946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F75CDA-798E-6D0E-608D-18FF21142CCB}"/>
              </a:ext>
            </a:extLst>
          </p:cNvPr>
          <p:cNvSpPr txBox="1"/>
          <p:nvPr/>
        </p:nvSpPr>
        <p:spPr>
          <a:xfrm>
            <a:off x="640115" y="4708355"/>
            <a:ext cx="2871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`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D69E918-EA79-6322-EE10-96215E24C12A}"/>
              </a:ext>
            </a:extLst>
          </p:cNvPr>
          <p:cNvSpPr/>
          <p:nvPr/>
        </p:nvSpPr>
        <p:spPr>
          <a:xfrm>
            <a:off x="640115" y="2064775"/>
            <a:ext cx="3391111" cy="366743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EF80E2-5E89-3C1C-34FB-DFEC686B6158}"/>
              </a:ext>
            </a:extLst>
          </p:cNvPr>
          <p:cNvSpPr txBox="1"/>
          <p:nvPr/>
        </p:nvSpPr>
        <p:spPr>
          <a:xfrm>
            <a:off x="958645" y="2217264"/>
            <a:ext cx="259673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Black" panose="020B0A04020102020204" pitchFamily="34" charset="0"/>
              </a:rPr>
              <a:t>Visualized feature distributions stratified by diabetes outcome.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Black" panose="020B0A04020102020204" pitchFamily="34" charset="0"/>
              </a:rPr>
              <a:t>Identified significant features like Glucose and BMI impacting diabetes outcomes.</a:t>
            </a:r>
          </a:p>
          <a:p>
            <a:endParaRPr lang="en-US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Black" panose="020B0A04020102020204" pitchFamily="34" charset="0"/>
              </a:rPr>
              <a:t>Analyzed correlation between features using a heatmap.</a:t>
            </a: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and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sz="2000" dirty="0"/>
              <a:t>Machine Learning Models: Logistic Regression, Decision Tree, Random Forest, SVM, and KNN.</a:t>
            </a:r>
          </a:p>
          <a:p>
            <a:r>
              <a:rPr sz="2000" dirty="0"/>
              <a:t>Evaluation Metrics: Accuracy, Precision, Recall, and F1-Score.</a:t>
            </a:r>
          </a:p>
          <a:p>
            <a:r>
              <a:rPr sz="2000" dirty="0"/>
              <a:t>Random Forest achieved the highest accuracy of 85%.</a:t>
            </a:r>
          </a:p>
          <a:p>
            <a:r>
              <a:rPr sz="2000" dirty="0"/>
              <a:t>SVM and Logistic Regression performed well on precision.</a:t>
            </a:r>
          </a:p>
        </p:txBody>
      </p:sp>
      <p:pic>
        <p:nvPicPr>
          <p:cNvPr id="4" name="Google Shape;3153;p70">
            <a:extLst>
              <a:ext uri="{FF2B5EF4-FFF2-40B4-BE49-F238E27FC236}">
                <a16:creationId xmlns:a16="http://schemas.microsoft.com/office/drawing/2014/main" id="{2397BD6B-907E-7CB4-B1F6-C228B51F5B0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6547" b="16540"/>
          <a:stretch/>
        </p:blipFill>
        <p:spPr>
          <a:xfrm>
            <a:off x="6176625" y="4585546"/>
            <a:ext cx="2967375" cy="1892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50" y="1228208"/>
            <a:ext cx="5306824" cy="5349572"/>
          </a:xfrm>
        </p:spPr>
        <p:txBody>
          <a:bodyPr/>
          <a:lstStyle/>
          <a:p>
            <a:endParaRPr dirty="0"/>
          </a:p>
          <a:p>
            <a:r>
              <a:rPr sz="2400" dirty="0"/>
              <a:t>Bar chart comparison showed </a:t>
            </a:r>
            <a:r>
              <a:rPr lang="en-IN" sz="2400" dirty="0"/>
              <a:t>logistic regression </a:t>
            </a:r>
            <a:r>
              <a:rPr sz="2400" dirty="0"/>
              <a:t> outperforming other models.</a:t>
            </a:r>
          </a:p>
          <a:p>
            <a:r>
              <a:rPr sz="2400" dirty="0"/>
              <a:t>Classification reports provided insights into false positives and false negatives.</a:t>
            </a:r>
          </a:p>
          <a:p>
            <a:r>
              <a:rPr sz="2400" dirty="0"/>
              <a:t>Model robustness improved through hyperparameter tuning.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F8C9DC-6244-8C1E-0B80-B275220572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12975" y="4104377"/>
            <a:ext cx="3793374" cy="2597131"/>
          </a:xfrm>
          <a:prstGeom prst="rect">
            <a:avLst/>
          </a:prstGeom>
        </p:spPr>
      </p:pic>
      <p:pic>
        <p:nvPicPr>
          <p:cNvPr id="7" name="Google Shape;1300;p38">
            <a:extLst>
              <a:ext uri="{FF2B5EF4-FFF2-40B4-BE49-F238E27FC236}">
                <a16:creationId xmlns:a16="http://schemas.microsoft.com/office/drawing/2014/main" id="{D6DE6B76-15FE-EEC4-4728-C82D060D149F}"/>
              </a:ext>
            </a:extLst>
          </p:cNvPr>
          <p:cNvPicPr preferRelativeResize="0"/>
          <p:nvPr/>
        </p:nvPicPr>
        <p:blipFill rotWithShape="1">
          <a:blip r:embed="rId3">
            <a:alphaModFix amt="85000"/>
          </a:blip>
          <a:srcRect l="26806" t="7660" r="25401" b="5390"/>
          <a:stretch/>
        </p:blipFill>
        <p:spPr>
          <a:xfrm>
            <a:off x="6963296" y="441315"/>
            <a:ext cx="1739952" cy="1780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and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418" y="1260902"/>
            <a:ext cx="7717500" cy="4555200"/>
          </a:xfrm>
        </p:spPr>
        <p:txBody>
          <a:bodyPr>
            <a:normAutofit fontScale="92500" lnSpcReduction="20000"/>
          </a:bodyPr>
          <a:lstStyle/>
          <a:p>
            <a:pPr marL="139700" indent="0">
              <a:buNone/>
            </a:pPr>
            <a:endParaRPr sz="2400" dirty="0"/>
          </a:p>
          <a:p>
            <a:r>
              <a:rPr sz="2400" dirty="0"/>
              <a:t>- Healthcare: Predictive tools for early diabetes diagnosis.</a:t>
            </a:r>
            <a:endParaRPr lang="en-IN" sz="2400" dirty="0"/>
          </a:p>
          <a:p>
            <a:endParaRPr sz="2400" dirty="0"/>
          </a:p>
          <a:p>
            <a:r>
              <a:rPr sz="2400" dirty="0"/>
              <a:t>- Research: Understanding factors influencing diabetes outcomes.</a:t>
            </a:r>
            <a:endParaRPr lang="en-IN" sz="2400" dirty="0"/>
          </a:p>
          <a:p>
            <a:endParaRPr sz="2400" dirty="0"/>
          </a:p>
          <a:p>
            <a:r>
              <a:rPr sz="2400" dirty="0"/>
              <a:t>- Features like Glucose and BMI are crucial predictors.</a:t>
            </a:r>
            <a:endParaRPr lang="en-IN" sz="2400" dirty="0"/>
          </a:p>
          <a:p>
            <a:endParaRPr sz="2400" dirty="0"/>
          </a:p>
          <a:p>
            <a:r>
              <a:rPr sz="2400" dirty="0"/>
              <a:t>- Data quality significantly affects model </a:t>
            </a:r>
            <a:r>
              <a:rPr lang="en-IN" sz="2400" dirty="0"/>
              <a:t>performance</a:t>
            </a:r>
            <a:endParaRPr dirty="0"/>
          </a:p>
        </p:txBody>
      </p:sp>
      <p:grpSp>
        <p:nvGrpSpPr>
          <p:cNvPr id="19" name="Google Shape;13344;p81">
            <a:extLst>
              <a:ext uri="{FF2B5EF4-FFF2-40B4-BE49-F238E27FC236}">
                <a16:creationId xmlns:a16="http://schemas.microsoft.com/office/drawing/2014/main" id="{CAC770FE-CECB-355B-64B8-BAB6856D0B0B}"/>
              </a:ext>
            </a:extLst>
          </p:cNvPr>
          <p:cNvGrpSpPr/>
          <p:nvPr/>
        </p:nvGrpSpPr>
        <p:grpSpPr>
          <a:xfrm>
            <a:off x="7040880" y="665632"/>
            <a:ext cx="833681" cy="1142847"/>
            <a:chOff x="1367060" y="2422129"/>
            <a:chExt cx="269261" cy="352050"/>
          </a:xfrm>
        </p:grpSpPr>
        <p:sp>
          <p:nvSpPr>
            <p:cNvPr id="20" name="Google Shape;13345;p81">
              <a:extLst>
                <a:ext uri="{FF2B5EF4-FFF2-40B4-BE49-F238E27FC236}">
                  <a16:creationId xmlns:a16="http://schemas.microsoft.com/office/drawing/2014/main" id="{23D83EC5-E2BD-16E2-556A-3D4FC415317C}"/>
                </a:ext>
              </a:extLst>
            </p:cNvPr>
            <p:cNvSpPr/>
            <p:nvPr/>
          </p:nvSpPr>
          <p:spPr>
            <a:xfrm>
              <a:off x="1392059" y="2651857"/>
              <a:ext cx="129160" cy="122322"/>
            </a:xfrm>
            <a:custGeom>
              <a:avLst/>
              <a:gdLst/>
              <a:ahLst/>
              <a:cxnLst/>
              <a:rect l="l" t="t" r="r" b="b"/>
              <a:pathLst>
                <a:path w="4061" h="3846" extrusionOk="0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cubicBezTo>
                    <a:pt x="0" y="262"/>
                    <a:pt x="72" y="333"/>
                    <a:pt x="167" y="333"/>
                  </a:cubicBezTo>
                  <a:lnTo>
                    <a:pt x="357" y="333"/>
                  </a:lnTo>
                  <a:lnTo>
                    <a:pt x="357" y="1691"/>
                  </a:lnTo>
                  <a:cubicBezTo>
                    <a:pt x="357" y="2179"/>
                    <a:pt x="762" y="2584"/>
                    <a:pt x="1250" y="2584"/>
                  </a:cubicBezTo>
                  <a:cubicBezTo>
                    <a:pt x="1286" y="2584"/>
                    <a:pt x="1226" y="2584"/>
                    <a:pt x="2310" y="2405"/>
                  </a:cubicBezTo>
                  <a:lnTo>
                    <a:pt x="2310" y="3453"/>
                  </a:lnTo>
                  <a:cubicBezTo>
                    <a:pt x="2310" y="3667"/>
                    <a:pt x="2489" y="3846"/>
                    <a:pt x="2691" y="3846"/>
                  </a:cubicBezTo>
                  <a:lnTo>
                    <a:pt x="3905" y="3846"/>
                  </a:lnTo>
                  <a:cubicBezTo>
                    <a:pt x="3989" y="3846"/>
                    <a:pt x="4060" y="3774"/>
                    <a:pt x="4060" y="3679"/>
                  </a:cubicBezTo>
                  <a:cubicBezTo>
                    <a:pt x="4060" y="3596"/>
                    <a:pt x="3989" y="3500"/>
                    <a:pt x="3893" y="3500"/>
                  </a:cubicBezTo>
                  <a:lnTo>
                    <a:pt x="2691" y="3500"/>
                  </a:lnTo>
                  <a:cubicBezTo>
                    <a:pt x="2667" y="3500"/>
                    <a:pt x="2631" y="3465"/>
                    <a:pt x="2631" y="3441"/>
                  </a:cubicBezTo>
                  <a:lnTo>
                    <a:pt x="2631" y="2191"/>
                  </a:lnTo>
                  <a:cubicBezTo>
                    <a:pt x="2631" y="2143"/>
                    <a:pt x="2620" y="2107"/>
                    <a:pt x="2572" y="2072"/>
                  </a:cubicBezTo>
                  <a:cubicBezTo>
                    <a:pt x="2555" y="2055"/>
                    <a:pt x="2520" y="2038"/>
                    <a:pt x="2485" y="2038"/>
                  </a:cubicBezTo>
                  <a:cubicBezTo>
                    <a:pt x="2470" y="2038"/>
                    <a:pt x="2455" y="2041"/>
                    <a:pt x="2441" y="2048"/>
                  </a:cubicBezTo>
                  <a:lnTo>
                    <a:pt x="1238" y="2250"/>
                  </a:lnTo>
                  <a:cubicBezTo>
                    <a:pt x="917" y="2250"/>
                    <a:pt x="691" y="2000"/>
                    <a:pt x="691" y="1691"/>
                  </a:cubicBezTo>
                  <a:lnTo>
                    <a:pt x="691" y="167"/>
                  </a:lnTo>
                  <a:cubicBezTo>
                    <a:pt x="691" y="83"/>
                    <a:pt x="607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346;p81">
              <a:extLst>
                <a:ext uri="{FF2B5EF4-FFF2-40B4-BE49-F238E27FC236}">
                  <a16:creationId xmlns:a16="http://schemas.microsoft.com/office/drawing/2014/main" id="{25535530-3719-EF9E-3224-2F4B3B6FB935}"/>
                </a:ext>
              </a:extLst>
            </p:cNvPr>
            <p:cNvSpPr/>
            <p:nvPr/>
          </p:nvSpPr>
          <p:spPr>
            <a:xfrm>
              <a:off x="1367060" y="2441912"/>
              <a:ext cx="82184" cy="212139"/>
            </a:xfrm>
            <a:custGeom>
              <a:avLst/>
              <a:gdLst/>
              <a:ahLst/>
              <a:cxnLst/>
              <a:rect l="l" t="t" r="r" b="b"/>
              <a:pathLst>
                <a:path w="2584" h="6670" extrusionOk="0">
                  <a:moveTo>
                    <a:pt x="2415" y="1"/>
                  </a:moveTo>
                  <a:cubicBezTo>
                    <a:pt x="2382" y="1"/>
                    <a:pt x="2350" y="10"/>
                    <a:pt x="2322" y="29"/>
                  </a:cubicBezTo>
                  <a:cubicBezTo>
                    <a:pt x="1274" y="731"/>
                    <a:pt x="655" y="1898"/>
                    <a:pt x="655" y="3148"/>
                  </a:cubicBezTo>
                  <a:cubicBezTo>
                    <a:pt x="655" y="3351"/>
                    <a:pt x="667" y="3541"/>
                    <a:pt x="703" y="3732"/>
                  </a:cubicBezTo>
                  <a:cubicBezTo>
                    <a:pt x="48" y="5708"/>
                    <a:pt x="0" y="5696"/>
                    <a:pt x="0" y="5970"/>
                  </a:cubicBezTo>
                  <a:cubicBezTo>
                    <a:pt x="0" y="6208"/>
                    <a:pt x="84" y="6446"/>
                    <a:pt x="262" y="6625"/>
                  </a:cubicBezTo>
                  <a:cubicBezTo>
                    <a:pt x="295" y="6651"/>
                    <a:pt x="342" y="6670"/>
                    <a:pt x="389" y="6670"/>
                  </a:cubicBezTo>
                  <a:cubicBezTo>
                    <a:pt x="429" y="6670"/>
                    <a:pt x="468" y="6657"/>
                    <a:pt x="500" y="6625"/>
                  </a:cubicBezTo>
                  <a:cubicBezTo>
                    <a:pt x="560" y="6565"/>
                    <a:pt x="584" y="6458"/>
                    <a:pt x="500" y="6375"/>
                  </a:cubicBezTo>
                  <a:cubicBezTo>
                    <a:pt x="358" y="6220"/>
                    <a:pt x="298" y="5982"/>
                    <a:pt x="369" y="5756"/>
                  </a:cubicBezTo>
                  <a:lnTo>
                    <a:pt x="1036" y="3791"/>
                  </a:lnTo>
                  <a:cubicBezTo>
                    <a:pt x="1060" y="3767"/>
                    <a:pt x="1060" y="3732"/>
                    <a:pt x="1036" y="3720"/>
                  </a:cubicBezTo>
                  <a:cubicBezTo>
                    <a:pt x="1012" y="3517"/>
                    <a:pt x="1000" y="3327"/>
                    <a:pt x="1000" y="3148"/>
                  </a:cubicBezTo>
                  <a:cubicBezTo>
                    <a:pt x="1000" y="2005"/>
                    <a:pt x="1560" y="934"/>
                    <a:pt x="2513" y="291"/>
                  </a:cubicBezTo>
                  <a:cubicBezTo>
                    <a:pt x="2572" y="255"/>
                    <a:pt x="2584" y="148"/>
                    <a:pt x="2548" y="76"/>
                  </a:cubicBezTo>
                  <a:cubicBezTo>
                    <a:pt x="2519" y="25"/>
                    <a:pt x="2467" y="1"/>
                    <a:pt x="241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347;p81">
              <a:extLst>
                <a:ext uri="{FF2B5EF4-FFF2-40B4-BE49-F238E27FC236}">
                  <a16:creationId xmlns:a16="http://schemas.microsoft.com/office/drawing/2014/main" id="{588C44CF-337D-92BD-1D2C-5DDB3531ECFF}"/>
                </a:ext>
              </a:extLst>
            </p:cNvPr>
            <p:cNvSpPr/>
            <p:nvPr/>
          </p:nvSpPr>
          <p:spPr>
            <a:xfrm>
              <a:off x="1456051" y="2422129"/>
              <a:ext cx="180271" cy="162937"/>
            </a:xfrm>
            <a:custGeom>
              <a:avLst/>
              <a:gdLst/>
              <a:ahLst/>
              <a:cxnLst/>
              <a:rect l="l" t="t" r="r" b="b"/>
              <a:pathLst>
                <a:path w="5668" h="5123" extrusionOk="0">
                  <a:moveTo>
                    <a:pt x="1621" y="1"/>
                  </a:moveTo>
                  <a:cubicBezTo>
                    <a:pt x="1104" y="1"/>
                    <a:pt x="591" y="107"/>
                    <a:pt x="119" y="317"/>
                  </a:cubicBezTo>
                  <a:cubicBezTo>
                    <a:pt x="24" y="353"/>
                    <a:pt x="0" y="448"/>
                    <a:pt x="24" y="544"/>
                  </a:cubicBezTo>
                  <a:cubicBezTo>
                    <a:pt x="51" y="616"/>
                    <a:pt x="113" y="648"/>
                    <a:pt x="184" y="648"/>
                  </a:cubicBezTo>
                  <a:cubicBezTo>
                    <a:pt x="205" y="648"/>
                    <a:pt x="228" y="645"/>
                    <a:pt x="250" y="639"/>
                  </a:cubicBezTo>
                  <a:cubicBezTo>
                    <a:pt x="965" y="317"/>
                    <a:pt x="1536" y="365"/>
                    <a:pt x="1643" y="353"/>
                  </a:cubicBezTo>
                  <a:cubicBezTo>
                    <a:pt x="3941" y="365"/>
                    <a:pt x="5644" y="2556"/>
                    <a:pt x="4894" y="4901"/>
                  </a:cubicBezTo>
                  <a:cubicBezTo>
                    <a:pt x="4870" y="4997"/>
                    <a:pt x="4906" y="5080"/>
                    <a:pt x="5001" y="5116"/>
                  </a:cubicBezTo>
                  <a:cubicBezTo>
                    <a:pt x="5018" y="5120"/>
                    <a:pt x="5035" y="5123"/>
                    <a:pt x="5052" y="5123"/>
                  </a:cubicBezTo>
                  <a:cubicBezTo>
                    <a:pt x="5119" y="5123"/>
                    <a:pt x="5184" y="5085"/>
                    <a:pt x="5203" y="5009"/>
                  </a:cubicBezTo>
                  <a:cubicBezTo>
                    <a:pt x="5668" y="3508"/>
                    <a:pt x="5239" y="2044"/>
                    <a:pt x="4263" y="1079"/>
                  </a:cubicBezTo>
                  <a:cubicBezTo>
                    <a:pt x="3524" y="356"/>
                    <a:pt x="2566" y="1"/>
                    <a:pt x="162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348;p81">
              <a:extLst>
                <a:ext uri="{FF2B5EF4-FFF2-40B4-BE49-F238E27FC236}">
                  <a16:creationId xmlns:a16="http://schemas.microsoft.com/office/drawing/2014/main" id="{7C41EBF7-5A3D-B4FE-49A4-298BAB2D8A71}"/>
                </a:ext>
              </a:extLst>
            </p:cNvPr>
            <p:cNvSpPr/>
            <p:nvPr/>
          </p:nvSpPr>
          <p:spPr>
            <a:xfrm>
              <a:off x="1532160" y="2593590"/>
              <a:ext cx="81834" cy="180207"/>
            </a:xfrm>
            <a:custGeom>
              <a:avLst/>
              <a:gdLst/>
              <a:ahLst/>
              <a:cxnLst/>
              <a:rect l="l" t="t" r="r" b="b"/>
              <a:pathLst>
                <a:path w="2573" h="5666" extrusionOk="0">
                  <a:moveTo>
                    <a:pt x="2399" y="1"/>
                  </a:moveTo>
                  <a:cubicBezTo>
                    <a:pt x="2340" y="1"/>
                    <a:pt x="2284" y="36"/>
                    <a:pt x="2251" y="94"/>
                  </a:cubicBezTo>
                  <a:cubicBezTo>
                    <a:pt x="2096" y="380"/>
                    <a:pt x="1715" y="856"/>
                    <a:pt x="1715" y="1737"/>
                  </a:cubicBezTo>
                  <a:lnTo>
                    <a:pt x="1715" y="5273"/>
                  </a:lnTo>
                  <a:cubicBezTo>
                    <a:pt x="1715" y="5309"/>
                    <a:pt x="1679" y="5332"/>
                    <a:pt x="1655" y="5332"/>
                  </a:cubicBezTo>
                  <a:lnTo>
                    <a:pt x="167" y="5332"/>
                  </a:lnTo>
                  <a:cubicBezTo>
                    <a:pt x="72" y="5332"/>
                    <a:pt x="0" y="5404"/>
                    <a:pt x="0" y="5499"/>
                  </a:cubicBezTo>
                  <a:cubicBezTo>
                    <a:pt x="0" y="5583"/>
                    <a:pt x="72" y="5666"/>
                    <a:pt x="167" y="5666"/>
                  </a:cubicBezTo>
                  <a:lnTo>
                    <a:pt x="1655" y="5666"/>
                  </a:lnTo>
                  <a:cubicBezTo>
                    <a:pt x="1858" y="5666"/>
                    <a:pt x="2036" y="5487"/>
                    <a:pt x="2036" y="5273"/>
                  </a:cubicBezTo>
                  <a:lnTo>
                    <a:pt x="2036" y="1737"/>
                  </a:lnTo>
                  <a:cubicBezTo>
                    <a:pt x="2036" y="963"/>
                    <a:pt x="2382" y="558"/>
                    <a:pt x="2548" y="249"/>
                  </a:cubicBezTo>
                  <a:cubicBezTo>
                    <a:pt x="2572" y="153"/>
                    <a:pt x="2548" y="70"/>
                    <a:pt x="2477" y="22"/>
                  </a:cubicBezTo>
                  <a:cubicBezTo>
                    <a:pt x="2451" y="8"/>
                    <a:pt x="2425" y="1"/>
                    <a:pt x="239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349;p81">
              <a:extLst>
                <a:ext uri="{FF2B5EF4-FFF2-40B4-BE49-F238E27FC236}">
                  <a16:creationId xmlns:a16="http://schemas.microsoft.com/office/drawing/2014/main" id="{82D7C1E9-1208-257E-8447-33D89B6702E1}"/>
                </a:ext>
              </a:extLst>
            </p:cNvPr>
            <p:cNvSpPr/>
            <p:nvPr/>
          </p:nvSpPr>
          <p:spPr>
            <a:xfrm>
              <a:off x="1425359" y="2572313"/>
              <a:ext cx="24267" cy="17843"/>
            </a:xfrm>
            <a:custGeom>
              <a:avLst/>
              <a:gdLst/>
              <a:ahLst/>
              <a:cxnLst/>
              <a:rect l="l" t="t" r="r" b="b"/>
              <a:pathLst>
                <a:path w="763" h="561" extrusionOk="0">
                  <a:moveTo>
                    <a:pt x="583" y="0"/>
                  </a:moveTo>
                  <a:cubicBezTo>
                    <a:pt x="554" y="0"/>
                    <a:pt x="525" y="8"/>
                    <a:pt x="501" y="25"/>
                  </a:cubicBezTo>
                  <a:lnTo>
                    <a:pt x="96" y="239"/>
                  </a:lnTo>
                  <a:cubicBezTo>
                    <a:pt x="25" y="287"/>
                    <a:pt x="1" y="394"/>
                    <a:pt x="37" y="465"/>
                  </a:cubicBezTo>
                  <a:cubicBezTo>
                    <a:pt x="72" y="525"/>
                    <a:pt x="132" y="560"/>
                    <a:pt x="191" y="560"/>
                  </a:cubicBezTo>
                  <a:cubicBezTo>
                    <a:pt x="215" y="560"/>
                    <a:pt x="251" y="560"/>
                    <a:pt x="275" y="537"/>
                  </a:cubicBezTo>
                  <a:lnTo>
                    <a:pt x="680" y="322"/>
                  </a:lnTo>
                  <a:cubicBezTo>
                    <a:pt x="739" y="263"/>
                    <a:pt x="763" y="156"/>
                    <a:pt x="727" y="84"/>
                  </a:cubicBezTo>
                  <a:cubicBezTo>
                    <a:pt x="696" y="29"/>
                    <a:pt x="639" y="0"/>
                    <a:pt x="5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350;p81">
              <a:extLst>
                <a:ext uri="{FF2B5EF4-FFF2-40B4-BE49-F238E27FC236}">
                  <a16:creationId xmlns:a16="http://schemas.microsoft.com/office/drawing/2014/main" id="{98E31E25-0DA9-7D3D-B1B1-5C9D39CB1EA2}"/>
                </a:ext>
              </a:extLst>
            </p:cNvPr>
            <p:cNvSpPr/>
            <p:nvPr/>
          </p:nvSpPr>
          <p:spPr>
            <a:xfrm>
              <a:off x="1562820" y="2573680"/>
              <a:ext cx="26176" cy="17620"/>
            </a:xfrm>
            <a:custGeom>
              <a:avLst/>
              <a:gdLst/>
              <a:ahLst/>
              <a:cxnLst/>
              <a:rect l="l" t="t" r="r" b="b"/>
              <a:pathLst>
                <a:path w="823" h="554" extrusionOk="0">
                  <a:moveTo>
                    <a:pt x="201" y="1"/>
                  </a:moveTo>
                  <a:cubicBezTo>
                    <a:pt x="143" y="1"/>
                    <a:pt x="81" y="28"/>
                    <a:pt x="48" y="77"/>
                  </a:cubicBezTo>
                  <a:cubicBezTo>
                    <a:pt x="1" y="160"/>
                    <a:pt x="37" y="255"/>
                    <a:pt x="108" y="303"/>
                  </a:cubicBezTo>
                  <a:cubicBezTo>
                    <a:pt x="513" y="529"/>
                    <a:pt x="513" y="553"/>
                    <a:pt x="584" y="553"/>
                  </a:cubicBezTo>
                  <a:cubicBezTo>
                    <a:pt x="763" y="541"/>
                    <a:pt x="822" y="315"/>
                    <a:pt x="680" y="244"/>
                  </a:cubicBezTo>
                  <a:lnTo>
                    <a:pt x="275" y="17"/>
                  </a:lnTo>
                  <a:cubicBezTo>
                    <a:pt x="253" y="6"/>
                    <a:pt x="227" y="1"/>
                    <a:pt x="20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351;p81">
              <a:extLst>
                <a:ext uri="{FF2B5EF4-FFF2-40B4-BE49-F238E27FC236}">
                  <a16:creationId xmlns:a16="http://schemas.microsoft.com/office/drawing/2014/main" id="{D99E2DB9-1354-4A9B-2744-119EAE6A4F30}"/>
                </a:ext>
              </a:extLst>
            </p:cNvPr>
            <p:cNvSpPr/>
            <p:nvPr/>
          </p:nvSpPr>
          <p:spPr>
            <a:xfrm>
              <a:off x="1448100" y="2481414"/>
              <a:ext cx="125375" cy="191275"/>
            </a:xfrm>
            <a:custGeom>
              <a:avLst/>
              <a:gdLst/>
              <a:ahLst/>
              <a:cxnLst/>
              <a:rect l="l" t="t" r="r" b="b"/>
              <a:pathLst>
                <a:path w="3942" h="6014" extrusionOk="0">
                  <a:moveTo>
                    <a:pt x="1280" y="1498"/>
                  </a:moveTo>
                  <a:cubicBezTo>
                    <a:pt x="1355" y="1498"/>
                    <a:pt x="1429" y="1543"/>
                    <a:pt x="1429" y="1632"/>
                  </a:cubicBezTo>
                  <a:lnTo>
                    <a:pt x="1429" y="1763"/>
                  </a:lnTo>
                  <a:lnTo>
                    <a:pt x="1262" y="1763"/>
                  </a:lnTo>
                  <a:cubicBezTo>
                    <a:pt x="1191" y="1763"/>
                    <a:pt x="1131" y="1704"/>
                    <a:pt x="1131" y="1632"/>
                  </a:cubicBezTo>
                  <a:cubicBezTo>
                    <a:pt x="1131" y="1543"/>
                    <a:pt x="1206" y="1498"/>
                    <a:pt x="1280" y="1498"/>
                  </a:cubicBezTo>
                  <a:close/>
                  <a:moveTo>
                    <a:pt x="2483" y="1498"/>
                  </a:moveTo>
                  <a:cubicBezTo>
                    <a:pt x="2557" y="1498"/>
                    <a:pt x="2632" y="1543"/>
                    <a:pt x="2632" y="1632"/>
                  </a:cubicBezTo>
                  <a:cubicBezTo>
                    <a:pt x="2632" y="1704"/>
                    <a:pt x="2572" y="1763"/>
                    <a:pt x="2501" y="1763"/>
                  </a:cubicBezTo>
                  <a:lnTo>
                    <a:pt x="2334" y="1763"/>
                  </a:lnTo>
                  <a:lnTo>
                    <a:pt x="2334" y="1632"/>
                  </a:lnTo>
                  <a:cubicBezTo>
                    <a:pt x="2334" y="1543"/>
                    <a:pt x="2408" y="1498"/>
                    <a:pt x="2483" y="1498"/>
                  </a:cubicBezTo>
                  <a:close/>
                  <a:moveTo>
                    <a:pt x="1989" y="2085"/>
                  </a:moveTo>
                  <a:lnTo>
                    <a:pt x="1989" y="3776"/>
                  </a:lnTo>
                  <a:lnTo>
                    <a:pt x="1739" y="3776"/>
                  </a:lnTo>
                  <a:lnTo>
                    <a:pt x="1739" y="2085"/>
                  </a:lnTo>
                  <a:close/>
                  <a:moveTo>
                    <a:pt x="2524" y="4097"/>
                  </a:moveTo>
                  <a:lnTo>
                    <a:pt x="2524" y="4430"/>
                  </a:lnTo>
                  <a:lnTo>
                    <a:pt x="1215" y="4430"/>
                  </a:lnTo>
                  <a:lnTo>
                    <a:pt x="1215" y="4097"/>
                  </a:lnTo>
                  <a:close/>
                  <a:moveTo>
                    <a:pt x="2512" y="4752"/>
                  </a:moveTo>
                  <a:lnTo>
                    <a:pt x="2512" y="4942"/>
                  </a:lnTo>
                  <a:lnTo>
                    <a:pt x="2524" y="4942"/>
                  </a:lnTo>
                  <a:cubicBezTo>
                    <a:pt x="2524" y="5026"/>
                    <a:pt x="2465" y="5085"/>
                    <a:pt x="2393" y="5085"/>
                  </a:cubicBezTo>
                  <a:lnTo>
                    <a:pt x="1334" y="5085"/>
                  </a:lnTo>
                  <a:cubicBezTo>
                    <a:pt x="1262" y="5085"/>
                    <a:pt x="1203" y="5026"/>
                    <a:pt x="1203" y="4942"/>
                  </a:cubicBezTo>
                  <a:lnTo>
                    <a:pt x="1203" y="4752"/>
                  </a:lnTo>
                  <a:close/>
                  <a:moveTo>
                    <a:pt x="2227" y="5395"/>
                  </a:moveTo>
                  <a:cubicBezTo>
                    <a:pt x="2203" y="5561"/>
                    <a:pt x="2048" y="5681"/>
                    <a:pt x="1870" y="5681"/>
                  </a:cubicBezTo>
                  <a:cubicBezTo>
                    <a:pt x="1691" y="5681"/>
                    <a:pt x="1548" y="5561"/>
                    <a:pt x="1500" y="5395"/>
                  </a:cubicBezTo>
                  <a:close/>
                  <a:moveTo>
                    <a:pt x="1874" y="1"/>
                  </a:moveTo>
                  <a:cubicBezTo>
                    <a:pt x="834" y="1"/>
                    <a:pt x="0" y="837"/>
                    <a:pt x="0" y="1882"/>
                  </a:cubicBezTo>
                  <a:cubicBezTo>
                    <a:pt x="0" y="2406"/>
                    <a:pt x="215" y="2906"/>
                    <a:pt x="607" y="3264"/>
                  </a:cubicBezTo>
                  <a:cubicBezTo>
                    <a:pt x="786" y="3418"/>
                    <a:pt x="869" y="3656"/>
                    <a:pt x="869" y="3895"/>
                  </a:cubicBezTo>
                  <a:lnTo>
                    <a:pt x="869" y="4942"/>
                  </a:lnTo>
                  <a:cubicBezTo>
                    <a:pt x="869" y="5145"/>
                    <a:pt x="988" y="5300"/>
                    <a:pt x="1155" y="5359"/>
                  </a:cubicBezTo>
                  <a:cubicBezTo>
                    <a:pt x="1191" y="5716"/>
                    <a:pt x="1489" y="6014"/>
                    <a:pt x="1858" y="6014"/>
                  </a:cubicBezTo>
                  <a:cubicBezTo>
                    <a:pt x="2227" y="6014"/>
                    <a:pt x="2524" y="5740"/>
                    <a:pt x="2560" y="5359"/>
                  </a:cubicBezTo>
                  <a:cubicBezTo>
                    <a:pt x="2715" y="5288"/>
                    <a:pt x="2834" y="5121"/>
                    <a:pt x="2834" y="4942"/>
                  </a:cubicBezTo>
                  <a:lnTo>
                    <a:pt x="2834" y="3871"/>
                  </a:lnTo>
                  <a:cubicBezTo>
                    <a:pt x="2834" y="3811"/>
                    <a:pt x="2834" y="3752"/>
                    <a:pt x="2858" y="3692"/>
                  </a:cubicBezTo>
                  <a:cubicBezTo>
                    <a:pt x="2870" y="3609"/>
                    <a:pt x="2822" y="3514"/>
                    <a:pt x="2727" y="3502"/>
                  </a:cubicBezTo>
                  <a:cubicBezTo>
                    <a:pt x="2718" y="3500"/>
                    <a:pt x="2710" y="3500"/>
                    <a:pt x="2701" y="3500"/>
                  </a:cubicBezTo>
                  <a:cubicBezTo>
                    <a:pt x="2627" y="3500"/>
                    <a:pt x="2558" y="3546"/>
                    <a:pt x="2536" y="3621"/>
                  </a:cubicBezTo>
                  <a:cubicBezTo>
                    <a:pt x="2524" y="3668"/>
                    <a:pt x="2524" y="3728"/>
                    <a:pt x="2512" y="3776"/>
                  </a:cubicBezTo>
                  <a:lnTo>
                    <a:pt x="2298" y="3776"/>
                  </a:lnTo>
                  <a:lnTo>
                    <a:pt x="2298" y="2085"/>
                  </a:lnTo>
                  <a:lnTo>
                    <a:pt x="2465" y="2085"/>
                  </a:lnTo>
                  <a:cubicBezTo>
                    <a:pt x="2715" y="2085"/>
                    <a:pt x="2929" y="1882"/>
                    <a:pt x="2929" y="1632"/>
                  </a:cubicBezTo>
                  <a:cubicBezTo>
                    <a:pt x="2929" y="1370"/>
                    <a:pt x="2715" y="1168"/>
                    <a:pt x="2465" y="1168"/>
                  </a:cubicBezTo>
                  <a:lnTo>
                    <a:pt x="2441" y="1168"/>
                  </a:lnTo>
                  <a:cubicBezTo>
                    <a:pt x="2179" y="1168"/>
                    <a:pt x="1977" y="1370"/>
                    <a:pt x="1977" y="1632"/>
                  </a:cubicBezTo>
                  <a:lnTo>
                    <a:pt x="1977" y="1763"/>
                  </a:lnTo>
                  <a:lnTo>
                    <a:pt x="1727" y="1763"/>
                  </a:lnTo>
                  <a:lnTo>
                    <a:pt x="1727" y="1632"/>
                  </a:lnTo>
                  <a:cubicBezTo>
                    <a:pt x="1727" y="1370"/>
                    <a:pt x="1512" y="1168"/>
                    <a:pt x="1262" y="1168"/>
                  </a:cubicBezTo>
                  <a:lnTo>
                    <a:pt x="1227" y="1168"/>
                  </a:lnTo>
                  <a:cubicBezTo>
                    <a:pt x="977" y="1168"/>
                    <a:pt x="774" y="1370"/>
                    <a:pt x="774" y="1632"/>
                  </a:cubicBezTo>
                  <a:cubicBezTo>
                    <a:pt x="774" y="1882"/>
                    <a:pt x="977" y="2085"/>
                    <a:pt x="1227" y="2085"/>
                  </a:cubicBezTo>
                  <a:lnTo>
                    <a:pt x="1393" y="2085"/>
                  </a:lnTo>
                  <a:lnTo>
                    <a:pt x="1393" y="3776"/>
                  </a:lnTo>
                  <a:lnTo>
                    <a:pt x="1191" y="3776"/>
                  </a:lnTo>
                  <a:cubicBezTo>
                    <a:pt x="1155" y="3478"/>
                    <a:pt x="1024" y="3204"/>
                    <a:pt x="810" y="3014"/>
                  </a:cubicBezTo>
                  <a:cubicBezTo>
                    <a:pt x="488" y="2716"/>
                    <a:pt x="310" y="2299"/>
                    <a:pt x="310" y="1871"/>
                  </a:cubicBezTo>
                  <a:cubicBezTo>
                    <a:pt x="310" y="1013"/>
                    <a:pt x="988" y="323"/>
                    <a:pt x="1858" y="323"/>
                  </a:cubicBezTo>
                  <a:lnTo>
                    <a:pt x="1905" y="323"/>
                  </a:lnTo>
                  <a:cubicBezTo>
                    <a:pt x="2715" y="335"/>
                    <a:pt x="3394" y="1013"/>
                    <a:pt x="3405" y="1835"/>
                  </a:cubicBezTo>
                  <a:lnTo>
                    <a:pt x="3405" y="1847"/>
                  </a:lnTo>
                  <a:cubicBezTo>
                    <a:pt x="3405" y="2287"/>
                    <a:pt x="3239" y="2668"/>
                    <a:pt x="2929" y="2966"/>
                  </a:cubicBezTo>
                  <a:cubicBezTo>
                    <a:pt x="2870" y="3025"/>
                    <a:pt x="2858" y="3133"/>
                    <a:pt x="2929" y="3204"/>
                  </a:cubicBezTo>
                  <a:cubicBezTo>
                    <a:pt x="2965" y="3240"/>
                    <a:pt x="3007" y="3258"/>
                    <a:pt x="3048" y="3258"/>
                  </a:cubicBezTo>
                  <a:cubicBezTo>
                    <a:pt x="3090" y="3258"/>
                    <a:pt x="3132" y="3240"/>
                    <a:pt x="3167" y="3204"/>
                  </a:cubicBezTo>
                  <a:cubicBezTo>
                    <a:pt x="3906" y="2502"/>
                    <a:pt x="3941" y="1299"/>
                    <a:pt x="3191" y="561"/>
                  </a:cubicBezTo>
                  <a:cubicBezTo>
                    <a:pt x="2858" y="216"/>
                    <a:pt x="2393" y="1"/>
                    <a:pt x="1917" y="1"/>
                  </a:cubicBezTo>
                  <a:cubicBezTo>
                    <a:pt x="1903" y="1"/>
                    <a:pt x="1888" y="1"/>
                    <a:pt x="187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352;p81">
              <a:extLst>
                <a:ext uri="{FF2B5EF4-FFF2-40B4-BE49-F238E27FC236}">
                  <a16:creationId xmlns:a16="http://schemas.microsoft.com/office/drawing/2014/main" id="{D0651421-A03B-BBA9-0B79-1C33AA4190DB}"/>
                </a:ext>
              </a:extLst>
            </p:cNvPr>
            <p:cNvSpPr/>
            <p:nvPr/>
          </p:nvSpPr>
          <p:spPr>
            <a:xfrm>
              <a:off x="1502232" y="2449259"/>
              <a:ext cx="10655" cy="25380"/>
            </a:xfrm>
            <a:custGeom>
              <a:avLst/>
              <a:gdLst/>
              <a:ahLst/>
              <a:cxnLst/>
              <a:rect l="l" t="t" r="r" b="b"/>
              <a:pathLst>
                <a:path w="335" h="798" extrusionOk="0">
                  <a:moveTo>
                    <a:pt x="168" y="0"/>
                  </a:moveTo>
                  <a:cubicBezTo>
                    <a:pt x="84" y="0"/>
                    <a:pt x="1" y="84"/>
                    <a:pt x="1" y="167"/>
                  </a:cubicBezTo>
                  <a:lnTo>
                    <a:pt x="1" y="631"/>
                  </a:lnTo>
                  <a:cubicBezTo>
                    <a:pt x="1" y="715"/>
                    <a:pt x="84" y="798"/>
                    <a:pt x="168" y="798"/>
                  </a:cubicBezTo>
                  <a:cubicBezTo>
                    <a:pt x="263" y="798"/>
                    <a:pt x="334" y="715"/>
                    <a:pt x="334" y="631"/>
                  </a:cubicBezTo>
                  <a:lnTo>
                    <a:pt x="334" y="167"/>
                  </a:lnTo>
                  <a:cubicBezTo>
                    <a:pt x="334" y="84"/>
                    <a:pt x="263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353;p81">
              <a:extLst>
                <a:ext uri="{FF2B5EF4-FFF2-40B4-BE49-F238E27FC236}">
                  <a16:creationId xmlns:a16="http://schemas.microsoft.com/office/drawing/2014/main" id="{4E62764F-55A5-73F7-B16E-7298A9F056C5}"/>
                </a:ext>
              </a:extLst>
            </p:cNvPr>
            <p:cNvSpPr/>
            <p:nvPr/>
          </p:nvSpPr>
          <p:spPr>
            <a:xfrm>
              <a:off x="1458309" y="2460582"/>
              <a:ext cx="18988" cy="23090"/>
            </a:xfrm>
            <a:custGeom>
              <a:avLst/>
              <a:gdLst/>
              <a:ahLst/>
              <a:cxnLst/>
              <a:rect l="l" t="t" r="r" b="b"/>
              <a:pathLst>
                <a:path w="597" h="726" extrusionOk="0">
                  <a:moveTo>
                    <a:pt x="190" y="1"/>
                  </a:moveTo>
                  <a:cubicBezTo>
                    <a:pt x="161" y="1"/>
                    <a:pt x="132" y="9"/>
                    <a:pt x="108" y="25"/>
                  </a:cubicBezTo>
                  <a:cubicBezTo>
                    <a:pt x="25" y="61"/>
                    <a:pt x="1" y="168"/>
                    <a:pt x="48" y="240"/>
                  </a:cubicBezTo>
                  <a:lnTo>
                    <a:pt x="275" y="644"/>
                  </a:lnTo>
                  <a:cubicBezTo>
                    <a:pt x="299" y="693"/>
                    <a:pt x="357" y="726"/>
                    <a:pt x="414" y="726"/>
                  </a:cubicBezTo>
                  <a:cubicBezTo>
                    <a:pt x="441" y="726"/>
                    <a:pt x="466" y="719"/>
                    <a:pt x="489" y="704"/>
                  </a:cubicBezTo>
                  <a:cubicBezTo>
                    <a:pt x="572" y="656"/>
                    <a:pt x="596" y="573"/>
                    <a:pt x="548" y="478"/>
                  </a:cubicBezTo>
                  <a:lnTo>
                    <a:pt x="322" y="85"/>
                  </a:lnTo>
                  <a:cubicBezTo>
                    <a:pt x="299" y="30"/>
                    <a:pt x="244" y="1"/>
                    <a:pt x="19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354;p81">
              <a:extLst>
                <a:ext uri="{FF2B5EF4-FFF2-40B4-BE49-F238E27FC236}">
                  <a16:creationId xmlns:a16="http://schemas.microsoft.com/office/drawing/2014/main" id="{E11FB6D7-5244-4B5F-083F-2E5FDFDE35C6}"/>
                </a:ext>
              </a:extLst>
            </p:cNvPr>
            <p:cNvSpPr/>
            <p:nvPr/>
          </p:nvSpPr>
          <p:spPr>
            <a:xfrm>
              <a:off x="1425741" y="2492768"/>
              <a:ext cx="25031" cy="17874"/>
            </a:xfrm>
            <a:custGeom>
              <a:avLst/>
              <a:gdLst/>
              <a:ahLst/>
              <a:cxnLst/>
              <a:rect l="l" t="t" r="r" b="b"/>
              <a:pathLst>
                <a:path w="787" h="562" extrusionOk="0">
                  <a:moveTo>
                    <a:pt x="181" y="1"/>
                  </a:moveTo>
                  <a:cubicBezTo>
                    <a:pt x="126" y="1"/>
                    <a:pt x="72" y="30"/>
                    <a:pt x="48" y="85"/>
                  </a:cubicBezTo>
                  <a:cubicBezTo>
                    <a:pt x="1" y="156"/>
                    <a:pt x="25" y="263"/>
                    <a:pt x="108" y="299"/>
                  </a:cubicBezTo>
                  <a:cubicBezTo>
                    <a:pt x="501" y="525"/>
                    <a:pt x="501" y="561"/>
                    <a:pt x="584" y="561"/>
                  </a:cubicBezTo>
                  <a:cubicBezTo>
                    <a:pt x="632" y="561"/>
                    <a:pt x="703" y="525"/>
                    <a:pt x="727" y="466"/>
                  </a:cubicBezTo>
                  <a:cubicBezTo>
                    <a:pt x="787" y="394"/>
                    <a:pt x="751" y="287"/>
                    <a:pt x="668" y="240"/>
                  </a:cubicBezTo>
                  <a:lnTo>
                    <a:pt x="263" y="25"/>
                  </a:lnTo>
                  <a:cubicBezTo>
                    <a:pt x="238" y="9"/>
                    <a:pt x="209" y="1"/>
                    <a:pt x="1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355;p81">
              <a:extLst>
                <a:ext uri="{FF2B5EF4-FFF2-40B4-BE49-F238E27FC236}">
                  <a16:creationId xmlns:a16="http://schemas.microsoft.com/office/drawing/2014/main" id="{F086F2C6-5AF0-58C6-E5A1-EB386214C332}"/>
                </a:ext>
              </a:extLst>
            </p:cNvPr>
            <p:cNvSpPr/>
            <p:nvPr/>
          </p:nvSpPr>
          <p:spPr>
            <a:xfrm>
              <a:off x="1414768" y="2535959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632" y="334"/>
                  </a:lnTo>
                  <a:cubicBezTo>
                    <a:pt x="715" y="334"/>
                    <a:pt x="786" y="251"/>
                    <a:pt x="786" y="167"/>
                  </a:cubicBezTo>
                  <a:cubicBezTo>
                    <a:pt x="786" y="72"/>
                    <a:pt x="715" y="1"/>
                    <a:pt x="6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356;p81">
              <a:extLst>
                <a:ext uri="{FF2B5EF4-FFF2-40B4-BE49-F238E27FC236}">
                  <a16:creationId xmlns:a16="http://schemas.microsoft.com/office/drawing/2014/main" id="{B8AEC704-31CF-00B7-B90C-2F655CEE28F9}"/>
                </a:ext>
              </a:extLst>
            </p:cNvPr>
            <p:cNvSpPr/>
            <p:nvPr/>
          </p:nvSpPr>
          <p:spPr>
            <a:xfrm>
              <a:off x="1573825" y="2537104"/>
              <a:ext cx="24999" cy="10241"/>
            </a:xfrm>
            <a:custGeom>
              <a:avLst/>
              <a:gdLst/>
              <a:ahLst/>
              <a:cxnLst/>
              <a:rect l="l" t="t" r="r" b="b"/>
              <a:pathLst>
                <a:path w="78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31" y="322"/>
                  </a:lnTo>
                  <a:cubicBezTo>
                    <a:pt x="715" y="322"/>
                    <a:pt x="786" y="251"/>
                    <a:pt x="786" y="155"/>
                  </a:cubicBezTo>
                  <a:cubicBezTo>
                    <a:pt x="786" y="72"/>
                    <a:pt x="715" y="0"/>
                    <a:pt x="63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357;p81">
              <a:extLst>
                <a:ext uri="{FF2B5EF4-FFF2-40B4-BE49-F238E27FC236}">
                  <a16:creationId xmlns:a16="http://schemas.microsoft.com/office/drawing/2014/main" id="{3B622778-E407-FFEE-4E88-D6ECB87B9AC8}"/>
                </a:ext>
              </a:extLst>
            </p:cNvPr>
            <p:cNvSpPr/>
            <p:nvPr/>
          </p:nvSpPr>
          <p:spPr>
            <a:xfrm>
              <a:off x="1563965" y="2493627"/>
              <a:ext cx="24649" cy="17525"/>
            </a:xfrm>
            <a:custGeom>
              <a:avLst/>
              <a:gdLst/>
              <a:ahLst/>
              <a:cxnLst/>
              <a:rect l="l" t="t" r="r" b="b"/>
              <a:pathLst>
                <a:path w="775" h="551" extrusionOk="0">
                  <a:moveTo>
                    <a:pt x="576" y="0"/>
                  </a:moveTo>
                  <a:cubicBezTo>
                    <a:pt x="549" y="0"/>
                    <a:pt x="523" y="7"/>
                    <a:pt x="501" y="22"/>
                  </a:cubicBezTo>
                  <a:lnTo>
                    <a:pt x="108" y="248"/>
                  </a:lnTo>
                  <a:cubicBezTo>
                    <a:pt x="24" y="296"/>
                    <a:pt x="1" y="391"/>
                    <a:pt x="48" y="475"/>
                  </a:cubicBezTo>
                  <a:cubicBezTo>
                    <a:pt x="73" y="524"/>
                    <a:pt x="132" y="550"/>
                    <a:pt x="189" y="550"/>
                  </a:cubicBezTo>
                  <a:cubicBezTo>
                    <a:pt x="215" y="550"/>
                    <a:pt x="240" y="545"/>
                    <a:pt x="263" y="534"/>
                  </a:cubicBezTo>
                  <a:lnTo>
                    <a:pt x="667" y="308"/>
                  </a:lnTo>
                  <a:cubicBezTo>
                    <a:pt x="739" y="260"/>
                    <a:pt x="774" y="153"/>
                    <a:pt x="727" y="82"/>
                  </a:cubicBezTo>
                  <a:cubicBezTo>
                    <a:pt x="694" y="33"/>
                    <a:pt x="633" y="0"/>
                    <a:pt x="5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358;p81">
              <a:extLst>
                <a:ext uri="{FF2B5EF4-FFF2-40B4-BE49-F238E27FC236}">
                  <a16:creationId xmlns:a16="http://schemas.microsoft.com/office/drawing/2014/main" id="{8FC03A02-307F-B006-8430-90AB091A4EF5}"/>
                </a:ext>
              </a:extLst>
            </p:cNvPr>
            <p:cNvSpPr/>
            <p:nvPr/>
          </p:nvSpPr>
          <p:spPr>
            <a:xfrm>
              <a:off x="1537853" y="2461440"/>
              <a:ext cx="18956" cy="23090"/>
            </a:xfrm>
            <a:custGeom>
              <a:avLst/>
              <a:gdLst/>
              <a:ahLst/>
              <a:cxnLst/>
              <a:rect l="l" t="t" r="r" b="b"/>
              <a:pathLst>
                <a:path w="596" h="726" extrusionOk="0">
                  <a:moveTo>
                    <a:pt x="414" y="0"/>
                  </a:moveTo>
                  <a:cubicBezTo>
                    <a:pt x="357" y="0"/>
                    <a:pt x="298" y="33"/>
                    <a:pt x="274" y="82"/>
                  </a:cubicBezTo>
                  <a:lnTo>
                    <a:pt x="48" y="486"/>
                  </a:lnTo>
                  <a:cubicBezTo>
                    <a:pt x="0" y="558"/>
                    <a:pt x="36" y="665"/>
                    <a:pt x="107" y="701"/>
                  </a:cubicBezTo>
                  <a:cubicBezTo>
                    <a:pt x="132" y="718"/>
                    <a:pt x="162" y="725"/>
                    <a:pt x="192" y="725"/>
                  </a:cubicBezTo>
                  <a:cubicBezTo>
                    <a:pt x="247" y="725"/>
                    <a:pt x="303" y="699"/>
                    <a:pt x="333" y="653"/>
                  </a:cubicBezTo>
                  <a:lnTo>
                    <a:pt x="548" y="248"/>
                  </a:lnTo>
                  <a:cubicBezTo>
                    <a:pt x="595" y="177"/>
                    <a:pt x="572" y="70"/>
                    <a:pt x="488" y="22"/>
                  </a:cubicBezTo>
                  <a:cubicBezTo>
                    <a:pt x="466" y="7"/>
                    <a:pt x="440" y="0"/>
                    <a:pt x="4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5" name="Google Shape;1387;p40">
            <a:extLst>
              <a:ext uri="{FF2B5EF4-FFF2-40B4-BE49-F238E27FC236}">
                <a16:creationId xmlns:a16="http://schemas.microsoft.com/office/drawing/2014/main" id="{CF703525-81F7-8963-6475-AC34526C3F6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5537" t="7152" r="23467" b="5838"/>
          <a:stretch/>
        </p:blipFill>
        <p:spPr>
          <a:xfrm>
            <a:off x="-724295" y="5745624"/>
            <a:ext cx="1920000" cy="1842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522" y="119565"/>
            <a:ext cx="7704000" cy="763600"/>
          </a:xfrm>
        </p:spPr>
        <p:txBody>
          <a:bodyPr/>
          <a:lstStyle/>
          <a:p>
            <a:r>
              <a:rPr dirty="0"/>
              <a:t>Workflow of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3522" y="736792"/>
            <a:ext cx="840658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400" dirty="0">
              <a:solidFill>
                <a:schemeClr val="bg1">
                  <a:lumMod val="10000"/>
                  <a:lumOff val="90000"/>
                </a:schemeClr>
              </a:solidFill>
            </a:endParaRPr>
          </a:p>
          <a:p>
            <a:r>
              <a:rPr sz="2400" dirty="0">
                <a:solidFill>
                  <a:schemeClr val="bg1">
                    <a:lumMod val="10000"/>
                    <a:lumOff val="90000"/>
                  </a:schemeClr>
                </a:solidFill>
              </a:rPr>
              <a:t>1. </a:t>
            </a:r>
            <a:r>
              <a:rPr sz="2400" dirty="0">
                <a:solidFill>
                  <a:schemeClr val="tx1"/>
                </a:solidFill>
              </a:rPr>
              <a:t>Load dataset and preprocess (handle missing values, scaling).</a:t>
            </a:r>
            <a:endParaRPr lang="en-IN" sz="2400" dirty="0">
              <a:solidFill>
                <a:schemeClr val="tx1"/>
              </a:solidFill>
            </a:endParaRPr>
          </a:p>
          <a:p>
            <a:endParaRPr sz="2400" dirty="0">
              <a:solidFill>
                <a:schemeClr val="tx1"/>
              </a:solidFill>
            </a:endParaRPr>
          </a:p>
          <a:p>
            <a:r>
              <a:rPr sz="2400" dirty="0">
                <a:solidFill>
                  <a:schemeClr val="tx1"/>
                </a:solidFill>
              </a:rPr>
              <a:t>2. Perform exploratory data analysis (visualize distributions, correlations).</a:t>
            </a:r>
            <a:endParaRPr lang="en-IN" sz="2400" dirty="0">
              <a:solidFill>
                <a:schemeClr val="tx1"/>
              </a:solidFill>
            </a:endParaRPr>
          </a:p>
          <a:p>
            <a:endParaRPr sz="2400" dirty="0">
              <a:solidFill>
                <a:schemeClr val="tx1"/>
              </a:solidFill>
            </a:endParaRPr>
          </a:p>
          <a:p>
            <a:r>
              <a:rPr sz="2400" dirty="0">
                <a:solidFill>
                  <a:schemeClr val="tx1"/>
                </a:solidFill>
              </a:rPr>
              <a:t>3. Split data into training and testing subsets.</a:t>
            </a:r>
            <a:endParaRPr lang="en-IN" sz="2400" dirty="0">
              <a:solidFill>
                <a:schemeClr val="tx1"/>
              </a:solidFill>
            </a:endParaRPr>
          </a:p>
          <a:p>
            <a:endParaRPr sz="2400" dirty="0">
              <a:solidFill>
                <a:schemeClr val="tx1"/>
              </a:solidFill>
            </a:endParaRPr>
          </a:p>
          <a:p>
            <a:r>
              <a:rPr sz="2400" dirty="0">
                <a:solidFill>
                  <a:schemeClr val="tx1"/>
                </a:solidFill>
              </a:rPr>
              <a:t>4. Train machine learning models (Logistic Regression, Decision Tree, etc.).</a:t>
            </a:r>
            <a:endParaRPr lang="en-IN" sz="2400" dirty="0">
              <a:solidFill>
                <a:schemeClr val="tx1"/>
              </a:solidFill>
            </a:endParaRPr>
          </a:p>
          <a:p>
            <a:endParaRPr sz="2400" dirty="0">
              <a:solidFill>
                <a:schemeClr val="tx1"/>
              </a:solidFill>
            </a:endParaRPr>
          </a:p>
          <a:p>
            <a:r>
              <a:rPr sz="2400" dirty="0">
                <a:solidFill>
                  <a:schemeClr val="tx1"/>
                </a:solidFill>
              </a:rPr>
              <a:t>5. Evaluate models using metrics (Accuracy, Precision, Recall).</a:t>
            </a:r>
            <a:endParaRPr lang="en-IN" sz="2400" dirty="0">
              <a:solidFill>
                <a:schemeClr val="tx1"/>
              </a:solidFill>
            </a:endParaRPr>
          </a:p>
          <a:p>
            <a:endParaRPr sz="2400" dirty="0">
              <a:solidFill>
                <a:schemeClr val="tx1"/>
              </a:solidFill>
            </a:endParaRPr>
          </a:p>
          <a:p>
            <a:r>
              <a:rPr sz="2400" dirty="0">
                <a:solidFill>
                  <a:schemeClr val="tx1"/>
                </a:solidFill>
              </a:rPr>
              <a:t>6. Compare results and select the best model.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181" y="1482933"/>
            <a:ext cx="7367286" cy="3967222"/>
          </a:xfrm>
        </p:spPr>
        <p:txBody>
          <a:bodyPr>
            <a:normAutofit fontScale="92500" lnSpcReduction="20000"/>
          </a:bodyPr>
          <a:lstStyle/>
          <a:p>
            <a:pPr marL="139700" indent="0">
              <a:buNone/>
            </a:pPr>
            <a:endParaRPr sz="2000" dirty="0"/>
          </a:p>
          <a:p>
            <a:r>
              <a:rPr sz="2000" dirty="0"/>
              <a:t>- Random Forest is the most effective model for diabetes prediction.</a:t>
            </a:r>
            <a:endParaRPr lang="en-IN" sz="2000" dirty="0"/>
          </a:p>
          <a:p>
            <a:endParaRPr sz="2000" dirty="0"/>
          </a:p>
          <a:p>
            <a:r>
              <a:rPr sz="2000" dirty="0"/>
              <a:t>- Data preprocessing plays a vital role in improving model accuracy.</a:t>
            </a:r>
          </a:p>
          <a:p>
            <a:pPr marL="139700" indent="0">
              <a:buNone/>
            </a:pPr>
            <a:endParaRPr sz="2000" dirty="0"/>
          </a:p>
          <a:p>
            <a:r>
              <a:rPr sz="2000" dirty="0"/>
              <a:t>- Experiment with neural networks for higher accuracy.</a:t>
            </a:r>
            <a:endParaRPr lang="en-IN" sz="2000" dirty="0"/>
          </a:p>
          <a:p>
            <a:endParaRPr sz="2000" dirty="0"/>
          </a:p>
          <a:p>
            <a:r>
              <a:rPr sz="2000" dirty="0"/>
              <a:t>- Integrate real-time patient data for dynamic predictions.</a:t>
            </a:r>
          </a:p>
        </p:txBody>
      </p:sp>
      <p:pic>
        <p:nvPicPr>
          <p:cNvPr id="4" name="Google Shape;1387;p40">
            <a:extLst>
              <a:ext uri="{FF2B5EF4-FFF2-40B4-BE49-F238E27FC236}">
                <a16:creationId xmlns:a16="http://schemas.microsoft.com/office/drawing/2014/main" id="{C6D8F6F7-8273-3236-79F2-D64C95E2097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5537" t="7152" r="23467" b="5838"/>
          <a:stretch/>
        </p:blipFill>
        <p:spPr>
          <a:xfrm>
            <a:off x="-246775" y="5217304"/>
            <a:ext cx="1920000" cy="1842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ED01C-ADC5-42B7-2019-52D8BF6C7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MEET OUR TEAM 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9545A1E-6F12-0B27-3D35-40A8B115CE30}"/>
              </a:ext>
            </a:extLst>
          </p:cNvPr>
          <p:cNvSpPr/>
          <p:nvPr/>
        </p:nvSpPr>
        <p:spPr>
          <a:xfrm>
            <a:off x="904568" y="2389239"/>
            <a:ext cx="1425677" cy="1455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9535B65-D19C-B9F0-1267-2436A5627FAC}"/>
              </a:ext>
            </a:extLst>
          </p:cNvPr>
          <p:cNvSpPr/>
          <p:nvPr/>
        </p:nvSpPr>
        <p:spPr>
          <a:xfrm>
            <a:off x="3642852" y="2389239"/>
            <a:ext cx="1425677" cy="1455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DEC69FD-B1FF-CDB0-DFAD-992DA994EDF3}"/>
              </a:ext>
            </a:extLst>
          </p:cNvPr>
          <p:cNvSpPr/>
          <p:nvPr/>
        </p:nvSpPr>
        <p:spPr>
          <a:xfrm>
            <a:off x="6671188" y="2389239"/>
            <a:ext cx="1425677" cy="1455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38F855-5637-EBEE-FC9E-951E211BE106}"/>
              </a:ext>
            </a:extLst>
          </p:cNvPr>
          <p:cNvSpPr txBox="1"/>
          <p:nvPr/>
        </p:nvSpPr>
        <p:spPr>
          <a:xfrm>
            <a:off x="904568" y="3962401"/>
            <a:ext cx="16616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dirty="0">
              <a:solidFill>
                <a:schemeClr val="bg2"/>
              </a:solidFill>
            </a:endParaRPr>
          </a:p>
          <a:p>
            <a:pPr algn="ctr"/>
            <a:r>
              <a:rPr lang="en-IN" dirty="0">
                <a:solidFill>
                  <a:schemeClr val="bg2"/>
                </a:solidFill>
              </a:rPr>
              <a:t>TAMNAY JAIN</a:t>
            </a:r>
          </a:p>
          <a:p>
            <a:pPr algn="ctr"/>
            <a:r>
              <a:rPr lang="en-IN" dirty="0">
                <a:solidFill>
                  <a:schemeClr val="bg2"/>
                </a:solidFill>
              </a:rPr>
              <a:t>(E23CSEU0335)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177118-69DF-F057-934A-693C2004079F}"/>
              </a:ext>
            </a:extLst>
          </p:cNvPr>
          <p:cNvSpPr txBox="1"/>
          <p:nvPr/>
        </p:nvSpPr>
        <p:spPr>
          <a:xfrm>
            <a:off x="3567171" y="3962401"/>
            <a:ext cx="15770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dirty="0">
              <a:solidFill>
                <a:schemeClr val="bg2"/>
              </a:solidFill>
            </a:endParaRPr>
          </a:p>
          <a:p>
            <a:pPr algn="ctr"/>
            <a:r>
              <a:rPr lang="en-IN" dirty="0">
                <a:solidFill>
                  <a:schemeClr val="bg2"/>
                </a:solidFill>
              </a:rPr>
              <a:t>KRISH SHARMA </a:t>
            </a:r>
          </a:p>
          <a:p>
            <a:pPr algn="ctr"/>
            <a:r>
              <a:rPr lang="en-IN" dirty="0">
                <a:solidFill>
                  <a:schemeClr val="bg2"/>
                </a:solidFill>
              </a:rPr>
              <a:t>(E23CSEU0359)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54FB46-C03B-075F-4E30-1FADC7AD140D}"/>
              </a:ext>
            </a:extLst>
          </p:cNvPr>
          <p:cNvSpPr txBox="1"/>
          <p:nvPr/>
        </p:nvSpPr>
        <p:spPr>
          <a:xfrm>
            <a:off x="6577783" y="3962401"/>
            <a:ext cx="17677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dirty="0">
              <a:solidFill>
                <a:schemeClr val="bg2"/>
              </a:solidFill>
            </a:endParaRPr>
          </a:p>
          <a:p>
            <a:pPr algn="ctr"/>
            <a:r>
              <a:rPr lang="en-IN" dirty="0">
                <a:solidFill>
                  <a:schemeClr val="bg2"/>
                </a:solidFill>
              </a:rPr>
              <a:t>HITEN DHAMIJA</a:t>
            </a:r>
          </a:p>
          <a:p>
            <a:pPr algn="ctr"/>
            <a:r>
              <a:rPr lang="en-IN" dirty="0">
                <a:solidFill>
                  <a:schemeClr val="bg2"/>
                </a:solidFill>
              </a:rPr>
              <a:t>(E23CSEU0332)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5" name="Picture 14" descr="A person wearing sunglasses and standing in front of water&#10;&#10;Description automatically generated">
            <a:extLst>
              <a:ext uri="{FF2B5EF4-FFF2-40B4-BE49-F238E27FC236}">
                <a16:creationId xmlns:a16="http://schemas.microsoft.com/office/drawing/2014/main" id="{EC9D4006-4425-C8FC-F258-81485FBE11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22617" r="-1" b="31199"/>
          <a:stretch/>
        </p:blipFill>
        <p:spPr>
          <a:xfrm>
            <a:off x="885175" y="2389239"/>
            <a:ext cx="1458718" cy="1458718"/>
          </a:xfrm>
          <a:prstGeom prst="ellipse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D90467D-12B6-330B-34AC-0E666D875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941" y="2389239"/>
            <a:ext cx="1526169" cy="1461949"/>
          </a:xfrm>
          <a:prstGeom prst="ellipse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CE6BFD-B974-31B4-FBCF-858088FE986C}"/>
              </a:ext>
            </a:extLst>
          </p:cNvPr>
          <p:cNvSpPr txBox="1"/>
          <p:nvPr/>
        </p:nvSpPr>
        <p:spPr>
          <a:xfrm>
            <a:off x="1086851" y="4611329"/>
            <a:ext cx="16616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dirty="0">
              <a:solidFill>
                <a:schemeClr val="tx1">
                  <a:lumMod val="95000"/>
                </a:schemeClr>
              </a:solidFill>
            </a:endParaRPr>
          </a:p>
          <a:p>
            <a:pPr algn="just"/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WORKED ON </a:t>
            </a:r>
          </a:p>
          <a:p>
            <a:pPr algn="just"/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BACKEND AND </a:t>
            </a:r>
          </a:p>
          <a:p>
            <a:pPr algn="just"/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AI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326EC6-392B-9987-467B-C2E2461F8AB7}"/>
              </a:ext>
            </a:extLst>
          </p:cNvPr>
          <p:cNvSpPr txBox="1"/>
          <p:nvPr/>
        </p:nvSpPr>
        <p:spPr>
          <a:xfrm>
            <a:off x="3642852" y="4819053"/>
            <a:ext cx="19222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WORKED ON</a:t>
            </a:r>
          </a:p>
          <a:p>
            <a:r>
              <a:rPr lang="en-IN" dirty="0">
                <a:solidFill>
                  <a:schemeClr val="tx1"/>
                </a:solidFill>
              </a:rPr>
              <a:t>FRONTEND AND </a:t>
            </a:r>
          </a:p>
          <a:p>
            <a:r>
              <a:rPr lang="en-IN" dirty="0">
                <a:solidFill>
                  <a:schemeClr val="tx1"/>
                </a:solidFill>
              </a:rPr>
              <a:t>MODEL TRAINING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5982BB-AFC1-7C9B-0DDF-02D8CDE49E7F}"/>
              </a:ext>
            </a:extLst>
          </p:cNvPr>
          <p:cNvSpPr txBox="1"/>
          <p:nvPr/>
        </p:nvSpPr>
        <p:spPr>
          <a:xfrm>
            <a:off x="6577783" y="4735477"/>
            <a:ext cx="24728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WORKED ON </a:t>
            </a:r>
          </a:p>
          <a:p>
            <a:r>
              <a:rPr lang="en-IN" dirty="0">
                <a:solidFill>
                  <a:schemeClr val="tx1"/>
                </a:solidFill>
              </a:rPr>
              <a:t>DATA PREPROCESSING</a:t>
            </a:r>
          </a:p>
          <a:p>
            <a:r>
              <a:rPr lang="en-IN" dirty="0">
                <a:solidFill>
                  <a:schemeClr val="tx1"/>
                </a:solidFill>
              </a:rPr>
              <a:t>AND FROMNTEND</a:t>
            </a:r>
          </a:p>
        </p:txBody>
      </p:sp>
      <p:pic>
        <p:nvPicPr>
          <p:cNvPr id="19" name="Picture 18" descr="A person wearing glasses and smiling&#10;&#10;Description automatically generated">
            <a:extLst>
              <a:ext uri="{FF2B5EF4-FFF2-40B4-BE49-F238E27FC236}">
                <a16:creationId xmlns:a16="http://schemas.microsoft.com/office/drawing/2014/main" id="{5237F8C4-4985-1C7C-017E-5592BB9CA0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500" b="12500"/>
          <a:stretch/>
        </p:blipFill>
        <p:spPr>
          <a:xfrm>
            <a:off x="3642852" y="2392783"/>
            <a:ext cx="1455174" cy="145517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35009420"/>
      </p:ext>
    </p:extLst>
  </p:cSld>
  <p:clrMapOvr>
    <a:masterClrMapping/>
  </p:clrMapOvr>
</p:sld>
</file>

<file path=ppt/theme/theme1.xml><?xml version="1.0" encoding="utf-8"?>
<a:theme xmlns:a="http://schemas.openxmlformats.org/drawingml/2006/main" name="Artificial Intelligence (AI) Technology Consulting by Slidesgo">
  <a:themeElements>
    <a:clrScheme name="Simple Light">
      <a:dk1>
        <a:srgbClr val="FFFFFF"/>
      </a:dk1>
      <a:lt1>
        <a:srgbClr val="032138"/>
      </a:lt1>
      <a:dk2>
        <a:srgbClr val="6995D9"/>
      </a:dk2>
      <a:lt2>
        <a:srgbClr val="002E8A"/>
      </a:lt2>
      <a:accent1>
        <a:srgbClr val="00FB87"/>
      </a:accent1>
      <a:accent2>
        <a:srgbClr val="00CCA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Artificial Intelligence (AI) Technology Project Proposal Blue variant by Slidesgo</Template>
  <TotalTime>295</TotalTime>
  <Words>493</Words>
  <Application>Microsoft Office PowerPoint</Application>
  <PresentationFormat>On-screen Show (4:3)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Anaheim</vt:lpstr>
      <vt:lpstr>Arial</vt:lpstr>
      <vt:lpstr>Arial Black</vt:lpstr>
      <vt:lpstr>Bebas Neue</vt:lpstr>
      <vt:lpstr>Montserrat</vt:lpstr>
      <vt:lpstr>Montserrat Black</vt:lpstr>
      <vt:lpstr>Montserrat Light</vt:lpstr>
      <vt:lpstr>Nunito Light</vt:lpstr>
      <vt:lpstr>Proxima Nova</vt:lpstr>
      <vt:lpstr>PT Sans</vt:lpstr>
      <vt:lpstr>Artificial Intelligence (AI) Technology Consulting by Slidesgo</vt:lpstr>
      <vt:lpstr>Slidesgo Final Pages</vt:lpstr>
      <vt:lpstr>Diabetes Prediction </vt:lpstr>
      <vt:lpstr>Abstract</vt:lpstr>
      <vt:lpstr>Introduction</vt:lpstr>
      <vt:lpstr>Dataset Overview </vt:lpstr>
      <vt:lpstr>Data Preprocessing</vt:lpstr>
      <vt:lpstr>Exploratory Data Analysis (EDA)</vt:lpstr>
      <vt:lpstr>Model Training and Testing</vt:lpstr>
      <vt:lpstr>Results and Evaluation</vt:lpstr>
      <vt:lpstr>Applications and Insights</vt:lpstr>
      <vt:lpstr>Workflow of the Model</vt:lpstr>
      <vt:lpstr>Conclusions and Future Work</vt:lpstr>
      <vt:lpstr>MEET OUR TEAM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HITEN</dc:creator>
  <cp:keywords/>
  <dc:description>generated using python-pptx</dc:description>
  <cp:lastModifiedBy>Tanmay Jain</cp:lastModifiedBy>
  <cp:revision>17</cp:revision>
  <dcterms:created xsi:type="dcterms:W3CDTF">2013-01-27T09:14:16Z</dcterms:created>
  <dcterms:modified xsi:type="dcterms:W3CDTF">2024-11-24T17:47:44Z</dcterms:modified>
  <cp:category/>
</cp:coreProperties>
</file>